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8" r:id="rId4"/>
    <p:sldId id="263" r:id="rId5"/>
    <p:sldId id="264" r:id="rId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199"/>
    <a:srgbClr val="0912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94404" autoAdjust="0"/>
  </p:normalViewPr>
  <p:slideViewPr>
    <p:cSldViewPr snapToGrid="0">
      <p:cViewPr>
        <p:scale>
          <a:sx n="49" d="100"/>
          <a:sy n="49" d="100"/>
        </p:scale>
        <p:origin x="1188"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ro F" userId="de0a903c9bda524f" providerId="LiveId" clId="{510285D0-8217-4ABC-8E38-9A8E9F5607AD}"/>
    <pc:docChg chg="undo custSel addSld delSld modSld sldOrd">
      <pc:chgData name="Mauro F" userId="de0a903c9bda524f" providerId="LiveId" clId="{510285D0-8217-4ABC-8E38-9A8E9F5607AD}" dt="2026-10-17T13:03:29.523" v="2188" actId="1036"/>
      <pc:docMkLst>
        <pc:docMk/>
      </pc:docMkLst>
      <pc:sldChg chg="addSp modSp mod">
        <pc:chgData name="Mauro F" userId="de0a903c9bda524f" providerId="LiveId" clId="{510285D0-8217-4ABC-8E38-9A8E9F5607AD}" dt="2026-10-17T12:06:06.988" v="1288" actId="20577"/>
        <pc:sldMkLst>
          <pc:docMk/>
          <pc:sldMk cId="3718626334" sldId="256"/>
        </pc:sldMkLst>
        <pc:spChg chg="mod">
          <ac:chgData name="Mauro F" userId="de0a903c9bda524f" providerId="LiveId" clId="{510285D0-8217-4ABC-8E38-9A8E9F5607AD}" dt="2026-10-17T09:37:25.219" v="91" actId="14100"/>
          <ac:spMkLst>
            <pc:docMk/>
            <pc:sldMk cId="3718626334" sldId="256"/>
            <ac:spMk id="4" creationId="{BA4D8EE2-5B3C-F7A3-F253-7EE2D54664B9}"/>
          </ac:spMkLst>
        </pc:spChg>
        <pc:spChg chg="add mod">
          <ac:chgData name="Mauro F" userId="de0a903c9bda524f" providerId="LiveId" clId="{510285D0-8217-4ABC-8E38-9A8E9F5607AD}" dt="2026-10-17T12:06:06.988" v="1288" actId="20577"/>
          <ac:spMkLst>
            <pc:docMk/>
            <pc:sldMk cId="3718626334" sldId="256"/>
            <ac:spMk id="5" creationId="{F743BB68-D4D3-784D-8012-9422C940871E}"/>
          </ac:spMkLst>
        </pc:spChg>
        <pc:spChg chg="add mod ord">
          <ac:chgData name="Mauro F" userId="de0a903c9bda524f" providerId="LiveId" clId="{510285D0-8217-4ABC-8E38-9A8E9F5607AD}" dt="2026-10-17T12:05:39.239" v="1274" actId="171"/>
          <ac:spMkLst>
            <pc:docMk/>
            <pc:sldMk cId="3718626334" sldId="256"/>
            <ac:spMk id="9" creationId="{8C4861AF-8F91-B146-33B7-8CB1694F7E3D}"/>
          </ac:spMkLst>
        </pc:spChg>
        <pc:picChg chg="mod">
          <ac:chgData name="Mauro F" userId="de0a903c9bda524f" providerId="LiveId" clId="{510285D0-8217-4ABC-8E38-9A8E9F5607AD}" dt="2026-10-17T09:37:21.190" v="90" actId="1035"/>
          <ac:picMkLst>
            <pc:docMk/>
            <pc:sldMk cId="3718626334" sldId="256"/>
            <ac:picMk id="3" creationId="{1CD87135-47F3-89AD-86F8-370BCB8C6162}"/>
          </ac:picMkLst>
        </pc:picChg>
        <pc:picChg chg="add mod modCrop">
          <ac:chgData name="Mauro F" userId="de0a903c9bda524f" providerId="LiveId" clId="{510285D0-8217-4ABC-8E38-9A8E9F5607AD}" dt="2026-10-17T12:05:43.346" v="1284" actId="1037"/>
          <ac:picMkLst>
            <pc:docMk/>
            <pc:sldMk cId="3718626334" sldId="256"/>
            <ac:picMk id="6" creationId="{A3300D54-9CEA-06EB-138A-5321466431B0}"/>
          </ac:picMkLst>
        </pc:picChg>
      </pc:sldChg>
      <pc:sldChg chg="addSp delSp modSp mod">
        <pc:chgData name="Mauro F" userId="de0a903c9bda524f" providerId="LiveId" clId="{510285D0-8217-4ABC-8E38-9A8E9F5607AD}" dt="2026-10-17T12:23:54.582" v="1656" actId="207"/>
        <pc:sldMkLst>
          <pc:docMk/>
          <pc:sldMk cId="3167574554" sldId="258"/>
        </pc:sldMkLst>
        <pc:spChg chg="mod">
          <ac:chgData name="Mauro F" userId="de0a903c9bda524f" providerId="LiveId" clId="{510285D0-8217-4ABC-8E38-9A8E9F5607AD}" dt="2026-10-17T12:23:54.582" v="1656" actId="207"/>
          <ac:spMkLst>
            <pc:docMk/>
            <pc:sldMk cId="3167574554" sldId="258"/>
            <ac:spMk id="5" creationId="{29579E96-1272-A62A-1BDC-6C18F6519339}"/>
          </ac:spMkLst>
        </pc:spChg>
        <pc:spChg chg="add del">
          <ac:chgData name="Mauro F" userId="de0a903c9bda524f" providerId="LiveId" clId="{510285D0-8217-4ABC-8E38-9A8E9F5607AD}" dt="2026-10-17T12:18:46.201" v="1543" actId="22"/>
          <ac:spMkLst>
            <pc:docMk/>
            <pc:sldMk cId="3167574554" sldId="258"/>
            <ac:spMk id="10" creationId="{62C4273F-E617-1DEB-FCCA-A593CC42563B}"/>
          </ac:spMkLst>
        </pc:spChg>
        <pc:spChg chg="add del mod ord">
          <ac:chgData name="Mauro F" userId="de0a903c9bda524f" providerId="LiveId" clId="{510285D0-8217-4ABC-8E38-9A8E9F5607AD}" dt="2026-10-17T12:20:00.546" v="1590" actId="21"/>
          <ac:spMkLst>
            <pc:docMk/>
            <pc:sldMk cId="3167574554" sldId="258"/>
            <ac:spMk id="14" creationId="{027B81A0-8CEE-8DFE-B193-6D6CC7C49108}"/>
          </ac:spMkLst>
        </pc:spChg>
        <pc:spChg chg="add mod ord">
          <ac:chgData name="Mauro F" userId="de0a903c9bda524f" providerId="LiveId" clId="{510285D0-8217-4ABC-8E38-9A8E9F5607AD}" dt="2026-10-17T12:21:45.997" v="1629" actId="14100"/>
          <ac:spMkLst>
            <pc:docMk/>
            <pc:sldMk cId="3167574554" sldId="258"/>
            <ac:spMk id="18" creationId="{F9287376-E250-7B46-43BD-CBCDE433EA73}"/>
          </ac:spMkLst>
        </pc:spChg>
        <pc:spChg chg="add del mod">
          <ac:chgData name="Mauro F" userId="de0a903c9bda524f" providerId="LiveId" clId="{510285D0-8217-4ABC-8E38-9A8E9F5607AD}" dt="2026-10-17T12:22:16.455" v="1633" actId="478"/>
          <ac:spMkLst>
            <pc:docMk/>
            <pc:sldMk cId="3167574554" sldId="258"/>
            <ac:spMk id="22" creationId="{2F2F051D-6A01-AE52-57D7-6F9808A08985}"/>
          </ac:spMkLst>
        </pc:spChg>
        <pc:picChg chg="add mod ord">
          <ac:chgData name="Mauro F" userId="de0a903c9bda524f" providerId="LiveId" clId="{510285D0-8217-4ABC-8E38-9A8E9F5607AD}" dt="2026-10-17T12:23:01.351" v="1635" actId="29295"/>
          <ac:picMkLst>
            <pc:docMk/>
            <pc:sldMk cId="3167574554" sldId="258"/>
            <ac:picMk id="3" creationId="{59679B74-6020-58E0-BF26-72554BCE1F13}"/>
          </ac:picMkLst>
        </pc:picChg>
        <pc:cxnChg chg="mod">
          <ac:chgData name="Mauro F" userId="de0a903c9bda524f" providerId="LiveId" clId="{510285D0-8217-4ABC-8E38-9A8E9F5607AD}" dt="2026-10-17T12:22:14.588" v="1632" actId="208"/>
          <ac:cxnSpMkLst>
            <pc:docMk/>
            <pc:sldMk cId="3167574554" sldId="258"/>
            <ac:cxnSpMk id="27" creationId="{50204D1A-2BA6-17F3-791B-279B937EE409}"/>
          </ac:cxnSpMkLst>
        </pc:cxnChg>
      </pc:sldChg>
      <pc:sldChg chg="addSp delSp modSp add del mod setBg">
        <pc:chgData name="Mauro F" userId="de0a903c9bda524f" providerId="LiveId" clId="{510285D0-8217-4ABC-8E38-9A8E9F5607AD}" dt="2026-10-17T11:46:28.409" v="303" actId="2696"/>
        <pc:sldMkLst>
          <pc:docMk/>
          <pc:sldMk cId="4123649704" sldId="259"/>
        </pc:sldMkLst>
        <pc:spChg chg="del">
          <ac:chgData name="Mauro F" userId="de0a903c9bda524f" providerId="LiveId" clId="{510285D0-8217-4ABC-8E38-9A8E9F5607AD}" dt="2026-10-17T09:38:34.691" v="150" actId="478"/>
          <ac:spMkLst>
            <pc:docMk/>
            <pc:sldMk cId="4123649704" sldId="259"/>
            <ac:spMk id="2" creationId="{743FA614-BD65-39DD-6081-3A46A3797D7F}"/>
          </ac:spMkLst>
        </pc:spChg>
        <pc:spChg chg="add mod">
          <ac:chgData name="Mauro F" userId="de0a903c9bda524f" providerId="LiveId" clId="{510285D0-8217-4ABC-8E38-9A8E9F5607AD}" dt="2026-10-17T11:45:20.141" v="258" actId="20577"/>
          <ac:spMkLst>
            <pc:docMk/>
            <pc:sldMk cId="4123649704" sldId="259"/>
            <ac:spMk id="3" creationId="{A5C0F72B-DA54-8383-EB9E-2181A27E5DB6}"/>
          </ac:spMkLst>
        </pc:spChg>
        <pc:spChg chg="del">
          <ac:chgData name="Mauro F" userId="de0a903c9bda524f" providerId="LiveId" clId="{510285D0-8217-4ABC-8E38-9A8E9F5607AD}" dt="2026-10-17T09:38:34.691" v="150" actId="478"/>
          <ac:spMkLst>
            <pc:docMk/>
            <pc:sldMk cId="4123649704" sldId="259"/>
            <ac:spMk id="4" creationId="{7AA2CA44-0AF8-A9BF-77F9-C33A9112513F}"/>
          </ac:spMkLst>
        </pc:spChg>
        <pc:spChg chg="add mod">
          <ac:chgData name="Mauro F" userId="de0a903c9bda524f" providerId="LiveId" clId="{510285D0-8217-4ABC-8E38-9A8E9F5607AD}" dt="2026-10-17T11:45:03.352" v="236"/>
          <ac:spMkLst>
            <pc:docMk/>
            <pc:sldMk cId="4123649704" sldId="259"/>
            <ac:spMk id="4" creationId="{DB44C1A6-CB67-5F17-29C6-68F4001AAB8B}"/>
          </ac:spMkLst>
        </pc:spChg>
        <pc:spChg chg="mod">
          <ac:chgData name="Mauro F" userId="de0a903c9bda524f" providerId="LiveId" clId="{510285D0-8217-4ABC-8E38-9A8E9F5607AD}" dt="2026-10-17T09:38:22.806" v="149" actId="20577"/>
          <ac:spMkLst>
            <pc:docMk/>
            <pc:sldMk cId="4123649704" sldId="259"/>
            <ac:spMk id="5" creationId="{6E1BED1F-A53A-ACA0-0026-D2EB897C60FB}"/>
          </ac:spMkLst>
        </pc:spChg>
        <pc:spChg chg="del">
          <ac:chgData name="Mauro F" userId="de0a903c9bda524f" providerId="LiveId" clId="{510285D0-8217-4ABC-8E38-9A8E9F5607AD}" dt="2026-10-17T09:38:34.691" v="150" actId="478"/>
          <ac:spMkLst>
            <pc:docMk/>
            <pc:sldMk cId="4123649704" sldId="259"/>
            <ac:spMk id="7" creationId="{9B5DBE19-5692-6136-F18A-E481C511AD60}"/>
          </ac:spMkLst>
        </pc:spChg>
        <pc:spChg chg="add mod">
          <ac:chgData name="Mauro F" userId="de0a903c9bda524f" providerId="LiveId" clId="{510285D0-8217-4ABC-8E38-9A8E9F5607AD}" dt="2026-10-17T11:45:03.352" v="236"/>
          <ac:spMkLst>
            <pc:docMk/>
            <pc:sldMk cId="4123649704" sldId="259"/>
            <ac:spMk id="7" creationId="{9C366B27-548E-0568-37FC-809CFC6BBD1C}"/>
          </ac:spMkLst>
        </pc:spChg>
        <pc:spChg chg="del">
          <ac:chgData name="Mauro F" userId="de0a903c9bda524f" providerId="LiveId" clId="{510285D0-8217-4ABC-8E38-9A8E9F5607AD}" dt="2026-10-17T09:38:34.691" v="150" actId="478"/>
          <ac:spMkLst>
            <pc:docMk/>
            <pc:sldMk cId="4123649704" sldId="259"/>
            <ac:spMk id="9" creationId="{D860AB8E-11C6-CE9F-E93C-FD4A4EAB8C9E}"/>
          </ac:spMkLst>
        </pc:spChg>
        <pc:spChg chg="del">
          <ac:chgData name="Mauro F" userId="de0a903c9bda524f" providerId="LiveId" clId="{510285D0-8217-4ABC-8E38-9A8E9F5607AD}" dt="2026-10-17T09:38:34.691" v="150" actId="478"/>
          <ac:spMkLst>
            <pc:docMk/>
            <pc:sldMk cId="4123649704" sldId="259"/>
            <ac:spMk id="11" creationId="{3AC83C9A-A1B4-83A8-52A9-99ACD6DAFDD6}"/>
          </ac:spMkLst>
        </pc:spChg>
        <pc:spChg chg="del mod">
          <ac:chgData name="Mauro F" userId="de0a903c9bda524f" providerId="LiveId" clId="{510285D0-8217-4ABC-8E38-9A8E9F5607AD}" dt="2026-10-17T11:44:42.973" v="235" actId="478"/>
          <ac:spMkLst>
            <pc:docMk/>
            <pc:sldMk cId="4123649704" sldId="259"/>
            <ac:spMk id="13" creationId="{FD1256D2-C944-3EB8-8B8D-F7F2EE485878}"/>
          </ac:spMkLst>
        </pc:spChg>
        <pc:spChg chg="del">
          <ac:chgData name="Mauro F" userId="de0a903c9bda524f" providerId="LiveId" clId="{510285D0-8217-4ABC-8E38-9A8E9F5607AD}" dt="2026-10-17T11:18:39.246" v="233" actId="478"/>
          <ac:spMkLst>
            <pc:docMk/>
            <pc:sldMk cId="4123649704" sldId="259"/>
            <ac:spMk id="15" creationId="{7166BBD9-FFF3-7B1D-3CBF-982607B7BEC7}"/>
          </ac:spMkLst>
        </pc:spChg>
        <pc:spChg chg="del">
          <ac:chgData name="Mauro F" userId="de0a903c9bda524f" providerId="LiveId" clId="{510285D0-8217-4ABC-8E38-9A8E9F5607AD}" dt="2026-10-17T11:18:39.246" v="233" actId="478"/>
          <ac:spMkLst>
            <pc:docMk/>
            <pc:sldMk cId="4123649704" sldId="259"/>
            <ac:spMk id="17" creationId="{1DE7F752-644B-E548-3EBF-CB6B4DA422EC}"/>
          </ac:spMkLst>
        </pc:spChg>
        <pc:spChg chg="del">
          <ac:chgData name="Mauro F" userId="de0a903c9bda524f" providerId="LiveId" clId="{510285D0-8217-4ABC-8E38-9A8E9F5607AD}" dt="2026-10-17T11:18:39.246" v="233" actId="478"/>
          <ac:spMkLst>
            <pc:docMk/>
            <pc:sldMk cId="4123649704" sldId="259"/>
            <ac:spMk id="19" creationId="{32622832-1BAE-D22A-B9F6-936B40A93C78}"/>
          </ac:spMkLst>
        </pc:spChg>
        <pc:spChg chg="del">
          <ac:chgData name="Mauro F" userId="de0a903c9bda524f" providerId="LiveId" clId="{510285D0-8217-4ABC-8E38-9A8E9F5607AD}" dt="2026-10-17T11:18:39.246" v="233" actId="478"/>
          <ac:spMkLst>
            <pc:docMk/>
            <pc:sldMk cId="4123649704" sldId="259"/>
            <ac:spMk id="21" creationId="{075BAC8F-CF2F-8F91-BAC6-020CE16050D3}"/>
          </ac:spMkLst>
        </pc:spChg>
        <pc:spChg chg="del">
          <ac:chgData name="Mauro F" userId="de0a903c9bda524f" providerId="LiveId" clId="{510285D0-8217-4ABC-8E38-9A8E9F5607AD}" dt="2026-10-17T09:38:34.691" v="150" actId="478"/>
          <ac:spMkLst>
            <pc:docMk/>
            <pc:sldMk cId="4123649704" sldId="259"/>
            <ac:spMk id="23" creationId="{1EA32D3B-92BF-B802-67C5-A9701FF94D77}"/>
          </ac:spMkLst>
        </pc:spChg>
        <pc:spChg chg="del">
          <ac:chgData name="Mauro F" userId="de0a903c9bda524f" providerId="LiveId" clId="{510285D0-8217-4ABC-8E38-9A8E9F5607AD}" dt="2026-10-17T11:18:39.246" v="233" actId="478"/>
          <ac:spMkLst>
            <pc:docMk/>
            <pc:sldMk cId="4123649704" sldId="259"/>
            <ac:spMk id="25" creationId="{12B58C40-F4A4-627C-8711-478BF4DA882C}"/>
          </ac:spMkLst>
        </pc:spChg>
        <pc:cxnChg chg="add mod">
          <ac:chgData name="Mauro F" userId="de0a903c9bda524f" providerId="LiveId" clId="{510285D0-8217-4ABC-8E38-9A8E9F5607AD}" dt="2026-10-17T11:45:03.352" v="236"/>
          <ac:cxnSpMkLst>
            <pc:docMk/>
            <pc:sldMk cId="4123649704" sldId="259"/>
            <ac:cxnSpMk id="2" creationId="{C9DDE4D2-C98F-2C4E-AD3C-78C0A4B9B45D}"/>
          </ac:cxnSpMkLst>
        </pc:cxnChg>
        <pc:cxnChg chg="del">
          <ac:chgData name="Mauro F" userId="de0a903c9bda524f" providerId="LiveId" clId="{510285D0-8217-4ABC-8E38-9A8E9F5607AD}" dt="2026-10-17T09:38:34.691" v="150" actId="478"/>
          <ac:cxnSpMkLst>
            <pc:docMk/>
            <pc:sldMk cId="4123649704" sldId="259"/>
            <ac:cxnSpMk id="27" creationId="{917E28B1-368A-1C72-EF36-DBC5304A3761}"/>
          </ac:cxnSpMkLst>
        </pc:cxnChg>
      </pc:sldChg>
      <pc:sldChg chg="addSp delSp modSp add del mod">
        <pc:chgData name="Mauro F" userId="de0a903c9bda524f" providerId="LiveId" clId="{510285D0-8217-4ABC-8E38-9A8E9F5607AD}" dt="2026-10-17T12:51:24.502" v="2131" actId="2696"/>
        <pc:sldMkLst>
          <pc:docMk/>
          <pc:sldMk cId="368268255" sldId="260"/>
        </pc:sldMkLst>
        <pc:spChg chg="add mod">
          <ac:chgData name="Mauro F" userId="de0a903c9bda524f" providerId="LiveId" clId="{510285D0-8217-4ABC-8E38-9A8E9F5607AD}" dt="2026-10-17T11:54:16.472" v="908" actId="20577"/>
          <ac:spMkLst>
            <pc:docMk/>
            <pc:sldMk cId="368268255" sldId="260"/>
            <ac:spMk id="3" creationId="{D19D5F54-453B-73A5-E4ED-89644E9C8B60}"/>
          </ac:spMkLst>
        </pc:spChg>
        <pc:spChg chg="add mod">
          <ac:chgData name="Mauro F" userId="de0a903c9bda524f" providerId="LiveId" clId="{510285D0-8217-4ABC-8E38-9A8E9F5607AD}" dt="2026-10-17T12:35:56.739" v="1886" actId="14100"/>
          <ac:spMkLst>
            <pc:docMk/>
            <pc:sldMk cId="368268255" sldId="260"/>
            <ac:spMk id="4" creationId="{440E5233-4F0F-DE39-5821-F3E820590838}"/>
          </ac:spMkLst>
        </pc:spChg>
        <pc:spChg chg="mod">
          <ac:chgData name="Mauro F" userId="de0a903c9bda524f" providerId="LiveId" clId="{510285D0-8217-4ABC-8E38-9A8E9F5607AD}" dt="2026-10-17T09:39:29.819" v="207" actId="20577"/>
          <ac:spMkLst>
            <pc:docMk/>
            <pc:sldMk cId="368268255" sldId="260"/>
            <ac:spMk id="5" creationId="{FC5E8902-4CBF-160B-B6D9-36EBB66ED0E9}"/>
          </ac:spMkLst>
        </pc:spChg>
        <pc:spChg chg="mod">
          <ac:chgData name="Mauro F" userId="de0a903c9bda524f" providerId="LiveId" clId="{510285D0-8217-4ABC-8E38-9A8E9F5607AD}" dt="2026-10-17T12:35:26.640" v="1852" actId="1076"/>
          <ac:spMkLst>
            <pc:docMk/>
            <pc:sldMk cId="368268255" sldId="260"/>
            <ac:spMk id="6" creationId="{C8937028-335D-7EA3-0949-FBC905CB44DC}"/>
          </ac:spMkLst>
        </pc:spChg>
        <pc:spChg chg="add mod">
          <ac:chgData name="Mauro F" userId="de0a903c9bda524f" providerId="LiveId" clId="{510285D0-8217-4ABC-8E38-9A8E9F5607AD}" dt="2026-10-17T12:35:57.874" v="1889" actId="1036"/>
          <ac:spMkLst>
            <pc:docMk/>
            <pc:sldMk cId="368268255" sldId="260"/>
            <ac:spMk id="8" creationId="{0E040FA7-6A71-A76C-9992-A90FA9A4A378}"/>
          </ac:spMkLst>
        </pc:spChg>
        <pc:spChg chg="add mod">
          <ac:chgData name="Mauro F" userId="de0a903c9bda524f" providerId="LiveId" clId="{510285D0-8217-4ABC-8E38-9A8E9F5607AD}" dt="2026-10-17T12:35:57.874" v="1889" actId="1036"/>
          <ac:spMkLst>
            <pc:docMk/>
            <pc:sldMk cId="368268255" sldId="260"/>
            <ac:spMk id="10" creationId="{5D69DB35-1A75-73F1-EF3C-DB6756A8CE0D}"/>
          </ac:spMkLst>
        </pc:spChg>
        <pc:spChg chg="add mod">
          <ac:chgData name="Mauro F" userId="de0a903c9bda524f" providerId="LiveId" clId="{510285D0-8217-4ABC-8E38-9A8E9F5607AD}" dt="2026-10-17T12:35:57.874" v="1889" actId="1036"/>
          <ac:spMkLst>
            <pc:docMk/>
            <pc:sldMk cId="368268255" sldId="260"/>
            <ac:spMk id="12" creationId="{1CBD8378-29AC-830B-670B-99110A81B3FD}"/>
          </ac:spMkLst>
        </pc:spChg>
        <pc:spChg chg="del">
          <ac:chgData name="Mauro F" userId="de0a903c9bda524f" providerId="LiveId" clId="{510285D0-8217-4ABC-8E38-9A8E9F5607AD}" dt="2026-10-17T11:53:48.584" v="882" actId="478"/>
          <ac:spMkLst>
            <pc:docMk/>
            <pc:sldMk cId="368268255" sldId="260"/>
            <ac:spMk id="13" creationId="{834BC953-757A-EB48-C346-6606152D14B9}"/>
          </ac:spMkLst>
        </pc:spChg>
        <pc:spChg chg="del">
          <ac:chgData name="Mauro F" userId="de0a903c9bda524f" providerId="LiveId" clId="{510285D0-8217-4ABC-8E38-9A8E9F5607AD}" dt="2026-10-17T11:53:48.584" v="882" actId="478"/>
          <ac:spMkLst>
            <pc:docMk/>
            <pc:sldMk cId="368268255" sldId="260"/>
            <ac:spMk id="15" creationId="{03C2E059-4537-9E40-4DF8-C71C9291ABBA}"/>
          </ac:spMkLst>
        </pc:spChg>
        <pc:spChg chg="del">
          <ac:chgData name="Mauro F" userId="de0a903c9bda524f" providerId="LiveId" clId="{510285D0-8217-4ABC-8E38-9A8E9F5607AD}" dt="2026-10-17T11:53:48.584" v="882" actId="478"/>
          <ac:spMkLst>
            <pc:docMk/>
            <pc:sldMk cId="368268255" sldId="260"/>
            <ac:spMk id="17" creationId="{DE39E999-9322-4745-02CD-2E3C631B6DE7}"/>
          </ac:spMkLst>
        </pc:spChg>
        <pc:spChg chg="del">
          <ac:chgData name="Mauro F" userId="de0a903c9bda524f" providerId="LiveId" clId="{510285D0-8217-4ABC-8E38-9A8E9F5607AD}" dt="2026-10-17T11:53:48.584" v="882" actId="478"/>
          <ac:spMkLst>
            <pc:docMk/>
            <pc:sldMk cId="368268255" sldId="260"/>
            <ac:spMk id="19" creationId="{F93A37C3-4B25-1631-CC6D-A5366E232513}"/>
          </ac:spMkLst>
        </pc:spChg>
        <pc:spChg chg="add mod">
          <ac:chgData name="Mauro F" userId="de0a903c9bda524f" providerId="LiveId" clId="{510285D0-8217-4ABC-8E38-9A8E9F5607AD}" dt="2026-10-17T12:36:12.720" v="1891" actId="14100"/>
          <ac:spMkLst>
            <pc:docMk/>
            <pc:sldMk cId="368268255" sldId="260"/>
            <ac:spMk id="20" creationId="{E72E3FAE-9D01-03A4-FE67-312C5278B4F8}"/>
          </ac:spMkLst>
        </pc:spChg>
        <pc:spChg chg="del">
          <ac:chgData name="Mauro F" userId="de0a903c9bda524f" providerId="LiveId" clId="{510285D0-8217-4ABC-8E38-9A8E9F5607AD}" dt="2026-10-17T11:53:48.584" v="882" actId="478"/>
          <ac:spMkLst>
            <pc:docMk/>
            <pc:sldMk cId="368268255" sldId="260"/>
            <ac:spMk id="21" creationId="{023650D5-42FC-AF4B-03FC-DB63C20A778E}"/>
          </ac:spMkLst>
        </pc:spChg>
        <pc:spChg chg="add mod">
          <ac:chgData name="Mauro F" userId="de0a903c9bda524f" providerId="LiveId" clId="{510285D0-8217-4ABC-8E38-9A8E9F5607AD}" dt="2026-10-17T12:31:25.730" v="1711" actId="14100"/>
          <ac:spMkLst>
            <pc:docMk/>
            <pc:sldMk cId="368268255" sldId="260"/>
            <ac:spMk id="23" creationId="{FE5CD683-3AE6-950A-6650-731458982C3E}"/>
          </ac:spMkLst>
        </pc:spChg>
        <pc:spChg chg="del">
          <ac:chgData name="Mauro F" userId="de0a903c9bda524f" providerId="LiveId" clId="{510285D0-8217-4ABC-8E38-9A8E9F5607AD}" dt="2026-10-17T11:53:48.584" v="882" actId="478"/>
          <ac:spMkLst>
            <pc:docMk/>
            <pc:sldMk cId="368268255" sldId="260"/>
            <ac:spMk id="25" creationId="{C52CAAF4-6C25-4039-8BEB-E37A643A2A62}"/>
          </ac:spMkLst>
        </pc:spChg>
        <pc:spChg chg="add mod">
          <ac:chgData name="Mauro F" userId="de0a903c9bda524f" providerId="LiveId" clId="{510285D0-8217-4ABC-8E38-9A8E9F5607AD}" dt="2026-10-17T12:37:02.627" v="1938" actId="1038"/>
          <ac:spMkLst>
            <pc:docMk/>
            <pc:sldMk cId="368268255" sldId="260"/>
            <ac:spMk id="26" creationId="{42B0C507-5DBA-6F1C-FA38-B7512C83ED14}"/>
          </ac:spMkLst>
        </pc:spChg>
        <pc:picChg chg="add mod modCrop">
          <ac:chgData name="Mauro F" userId="de0a903c9bda524f" providerId="LiveId" clId="{510285D0-8217-4ABC-8E38-9A8E9F5607AD}" dt="2026-10-17T12:02:02.028" v="1209" actId="732"/>
          <ac:picMkLst>
            <pc:docMk/>
            <pc:sldMk cId="368268255" sldId="260"/>
            <ac:picMk id="16" creationId="{FDACFDC2-A4F4-301D-3F4E-E0B8C4F9015C}"/>
          </ac:picMkLst>
        </pc:picChg>
        <pc:cxnChg chg="add mod">
          <ac:chgData name="Mauro F" userId="de0a903c9bda524f" providerId="LiveId" clId="{510285D0-8217-4ABC-8E38-9A8E9F5607AD}" dt="2026-10-17T12:36:35.891" v="1921" actId="14100"/>
          <ac:cxnSpMkLst>
            <pc:docMk/>
            <pc:sldMk cId="368268255" sldId="260"/>
            <ac:cxnSpMk id="2" creationId="{E3F1A776-AE05-B454-7F95-0C5D861AE45E}"/>
          </ac:cxnSpMkLst>
        </pc:cxnChg>
      </pc:sldChg>
      <pc:sldChg chg="modSp add del mod ord">
        <pc:chgData name="Mauro F" userId="de0a903c9bda524f" providerId="LiveId" clId="{510285D0-8217-4ABC-8E38-9A8E9F5607AD}" dt="2026-10-17T13:03:10.581" v="2173" actId="2696"/>
        <pc:sldMkLst>
          <pc:docMk/>
          <pc:sldMk cId="914126351" sldId="261"/>
        </pc:sldMkLst>
        <pc:spChg chg="mod">
          <ac:chgData name="Mauro F" userId="de0a903c9bda524f" providerId="LiveId" clId="{510285D0-8217-4ABC-8E38-9A8E9F5607AD}" dt="2026-10-17T09:39:53.094" v="232" actId="20577"/>
          <ac:spMkLst>
            <pc:docMk/>
            <pc:sldMk cId="914126351" sldId="261"/>
            <ac:spMk id="5" creationId="{5936B12F-A34E-3ED4-83AC-2373E20B6F09}"/>
          </ac:spMkLst>
        </pc:spChg>
      </pc:sldChg>
      <pc:sldChg chg="addSp delSp modSp add del mod setBg">
        <pc:chgData name="Mauro F" userId="de0a903c9bda524f" providerId="LiveId" clId="{510285D0-8217-4ABC-8E38-9A8E9F5607AD}" dt="2026-10-17T12:26:04.585" v="1663" actId="2696"/>
        <pc:sldMkLst>
          <pc:docMk/>
          <pc:sldMk cId="3142237491" sldId="262"/>
        </pc:sldMkLst>
        <pc:spChg chg="mod">
          <ac:chgData name="Mauro F" userId="de0a903c9bda524f" providerId="LiveId" clId="{510285D0-8217-4ABC-8E38-9A8E9F5607AD}" dt="2026-10-17T11:45:40.398" v="279" actId="20577"/>
          <ac:spMkLst>
            <pc:docMk/>
            <pc:sldMk cId="3142237491" sldId="262"/>
            <ac:spMk id="2" creationId="{4D1E7E77-E558-C035-6766-AB2DA32A42B1}"/>
          </ac:spMkLst>
        </pc:spChg>
        <pc:spChg chg="mod">
          <ac:chgData name="Mauro F" userId="de0a903c9bda524f" providerId="LiveId" clId="{510285D0-8217-4ABC-8E38-9A8E9F5607AD}" dt="2026-10-17T11:48:33.735" v="423" actId="20577"/>
          <ac:spMkLst>
            <pc:docMk/>
            <pc:sldMk cId="3142237491" sldId="262"/>
            <ac:spMk id="4" creationId="{EA301FBE-DF76-A2C7-C77A-23913179290C}"/>
          </ac:spMkLst>
        </pc:spChg>
        <pc:spChg chg="mod">
          <ac:chgData name="Mauro F" userId="de0a903c9bda524f" providerId="LiveId" clId="{510285D0-8217-4ABC-8E38-9A8E9F5607AD}" dt="2026-10-17T11:46:23.023" v="302"/>
          <ac:spMkLst>
            <pc:docMk/>
            <pc:sldMk cId="3142237491" sldId="262"/>
            <ac:spMk id="5" creationId="{1606CF7D-24DC-5036-1B85-A09380B40CD4}"/>
          </ac:spMkLst>
        </pc:spChg>
        <pc:spChg chg="mod">
          <ac:chgData name="Mauro F" userId="de0a903c9bda524f" providerId="LiveId" clId="{510285D0-8217-4ABC-8E38-9A8E9F5607AD}" dt="2026-10-17T11:49:11.834" v="448" actId="20577"/>
          <ac:spMkLst>
            <pc:docMk/>
            <pc:sldMk cId="3142237491" sldId="262"/>
            <ac:spMk id="7" creationId="{8806CC41-2CD4-02CD-8926-D7336D31CDAE}"/>
          </ac:spMkLst>
        </pc:spChg>
        <pc:spChg chg="mod">
          <ac:chgData name="Mauro F" userId="de0a903c9bda524f" providerId="LiveId" clId="{510285D0-8217-4ABC-8E38-9A8E9F5607AD}" dt="2026-10-17T11:49:52.205" v="491" actId="20577"/>
          <ac:spMkLst>
            <pc:docMk/>
            <pc:sldMk cId="3142237491" sldId="262"/>
            <ac:spMk id="9" creationId="{2BE8A3B4-F5F8-CE2B-428D-140B1FE88AF0}"/>
          </ac:spMkLst>
        </pc:spChg>
        <pc:spChg chg="mod">
          <ac:chgData name="Mauro F" userId="de0a903c9bda524f" providerId="LiveId" clId="{510285D0-8217-4ABC-8E38-9A8E9F5607AD}" dt="2026-10-17T11:51:15.265" v="704" actId="20577"/>
          <ac:spMkLst>
            <pc:docMk/>
            <pc:sldMk cId="3142237491" sldId="262"/>
            <ac:spMk id="11" creationId="{1B98474E-CF13-2900-D656-9FC5BB9BF844}"/>
          </ac:spMkLst>
        </pc:spChg>
        <pc:spChg chg="mod">
          <ac:chgData name="Mauro F" userId="de0a903c9bda524f" providerId="LiveId" clId="{510285D0-8217-4ABC-8E38-9A8E9F5607AD}" dt="2026-10-17T11:47:19.053" v="392" actId="20577"/>
          <ac:spMkLst>
            <pc:docMk/>
            <pc:sldMk cId="3142237491" sldId="262"/>
            <ac:spMk id="13" creationId="{B5256C8D-7B62-44CF-2E58-53E25D000168}"/>
          </ac:spMkLst>
        </pc:spChg>
        <pc:spChg chg="mod">
          <ac:chgData name="Mauro F" userId="de0a903c9bda524f" providerId="LiveId" clId="{510285D0-8217-4ABC-8E38-9A8E9F5607AD}" dt="2026-10-17T11:49:28.674" v="474" actId="20577"/>
          <ac:spMkLst>
            <pc:docMk/>
            <pc:sldMk cId="3142237491" sldId="262"/>
            <ac:spMk id="15" creationId="{AC08DC35-D3D5-E3F9-6EB6-C266588F1390}"/>
          </ac:spMkLst>
        </pc:spChg>
        <pc:spChg chg="mod">
          <ac:chgData name="Mauro F" userId="de0a903c9bda524f" providerId="LiveId" clId="{510285D0-8217-4ABC-8E38-9A8E9F5607AD}" dt="2026-10-17T11:50:16.247" v="577" actId="20577"/>
          <ac:spMkLst>
            <pc:docMk/>
            <pc:sldMk cId="3142237491" sldId="262"/>
            <ac:spMk id="17" creationId="{EAC44A01-4B7C-1A2D-BCAF-E2E14F9E87B3}"/>
          </ac:spMkLst>
        </pc:spChg>
        <pc:spChg chg="mod">
          <ac:chgData name="Mauro F" userId="de0a903c9bda524f" providerId="LiveId" clId="{510285D0-8217-4ABC-8E38-9A8E9F5607AD}" dt="2026-10-17T11:50:50.613" v="647" actId="20577"/>
          <ac:spMkLst>
            <pc:docMk/>
            <pc:sldMk cId="3142237491" sldId="262"/>
            <ac:spMk id="19" creationId="{08997ABA-9450-9D40-44ED-E15AB30E44D2}"/>
          </ac:spMkLst>
        </pc:spChg>
        <pc:spChg chg="mod">
          <ac:chgData name="Mauro F" userId="de0a903c9bda524f" providerId="LiveId" clId="{510285D0-8217-4ABC-8E38-9A8E9F5607AD}" dt="2026-10-17T11:51:40.673" v="806" actId="20577"/>
          <ac:spMkLst>
            <pc:docMk/>
            <pc:sldMk cId="3142237491" sldId="262"/>
            <ac:spMk id="21" creationId="{2F3BE047-05B4-8E9C-B137-418EB611BC19}"/>
          </ac:spMkLst>
        </pc:spChg>
        <pc:spChg chg="mod">
          <ac:chgData name="Mauro F" userId="de0a903c9bda524f" providerId="LiveId" clId="{510285D0-8217-4ABC-8E38-9A8E9F5607AD}" dt="2026-10-17T11:51:23.292" v="727" actId="20577"/>
          <ac:spMkLst>
            <pc:docMk/>
            <pc:sldMk cId="3142237491" sldId="262"/>
            <ac:spMk id="23" creationId="{C5FE05E4-915F-786B-85D1-6C13D7BCC402}"/>
          </ac:spMkLst>
        </pc:spChg>
        <pc:spChg chg="mod">
          <ac:chgData name="Mauro F" userId="de0a903c9bda524f" providerId="LiveId" clId="{510285D0-8217-4ABC-8E38-9A8E9F5607AD}" dt="2026-10-17T11:52:01.466" v="881" actId="20577"/>
          <ac:spMkLst>
            <pc:docMk/>
            <pc:sldMk cId="3142237491" sldId="262"/>
            <ac:spMk id="25" creationId="{0419F4A7-764A-73E8-F506-1565F1DBDF90}"/>
          </ac:spMkLst>
        </pc:spChg>
        <pc:cxnChg chg="add mod ord">
          <ac:chgData name="Mauro F" userId="de0a903c9bda524f" providerId="LiveId" clId="{510285D0-8217-4ABC-8E38-9A8E9F5607AD}" dt="2026-10-17T12:08:44.987" v="1363" actId="171"/>
          <ac:cxnSpMkLst>
            <pc:docMk/>
            <pc:sldMk cId="3142237491" sldId="262"/>
            <ac:cxnSpMk id="3" creationId="{495E93BF-0E30-4D33-0BE6-4E70C7E8ECD6}"/>
          </ac:cxnSpMkLst>
        </pc:cxnChg>
        <pc:cxnChg chg="add del mod">
          <ac:chgData name="Mauro F" userId="de0a903c9bda524f" providerId="LiveId" clId="{510285D0-8217-4ABC-8E38-9A8E9F5607AD}" dt="2026-10-17T12:09:39.706" v="1404" actId="478"/>
          <ac:cxnSpMkLst>
            <pc:docMk/>
            <pc:sldMk cId="3142237491" sldId="262"/>
            <ac:cxnSpMk id="12" creationId="{31F81C55-A996-0767-C1AE-BA1560598C89}"/>
          </ac:cxnSpMkLst>
        </pc:cxnChg>
        <pc:cxnChg chg="add mod">
          <ac:chgData name="Mauro F" userId="de0a903c9bda524f" providerId="LiveId" clId="{510285D0-8217-4ABC-8E38-9A8E9F5607AD}" dt="2026-10-17T12:09:59.926" v="1409" actId="1582"/>
          <ac:cxnSpMkLst>
            <pc:docMk/>
            <pc:sldMk cId="3142237491" sldId="262"/>
            <ac:cxnSpMk id="18" creationId="{ED32E285-B541-2D09-9F17-BB7E1696DBBF}"/>
          </ac:cxnSpMkLst>
        </pc:cxnChg>
        <pc:cxnChg chg="add mod ord">
          <ac:chgData name="Mauro F" userId="de0a903c9bda524f" providerId="LiveId" clId="{510285D0-8217-4ABC-8E38-9A8E9F5607AD}" dt="2026-10-17T12:10:54.897" v="1517" actId="1038"/>
          <ac:cxnSpMkLst>
            <pc:docMk/>
            <pc:sldMk cId="3142237491" sldId="262"/>
            <ac:cxnSpMk id="26" creationId="{EF43BD9D-6BC1-4BA7-BA82-BF97AD79B48B}"/>
          </ac:cxnSpMkLst>
        </pc:cxnChg>
        <pc:cxnChg chg="mod">
          <ac:chgData name="Mauro F" userId="de0a903c9bda524f" providerId="LiveId" clId="{510285D0-8217-4ABC-8E38-9A8E9F5607AD}" dt="2026-10-17T12:07:23.786" v="1315" actId="14100"/>
          <ac:cxnSpMkLst>
            <pc:docMk/>
            <pc:sldMk cId="3142237491" sldId="262"/>
            <ac:cxnSpMk id="27" creationId="{C5C0B58B-72DA-216E-9131-C05BD8662C85}"/>
          </ac:cxnSpMkLst>
        </pc:cxnChg>
        <pc:cxnChg chg="add mod ord">
          <ac:chgData name="Mauro F" userId="de0a903c9bda524f" providerId="LiveId" clId="{510285D0-8217-4ABC-8E38-9A8E9F5607AD}" dt="2026-10-17T12:10:44.436" v="1516" actId="171"/>
          <ac:cxnSpMkLst>
            <pc:docMk/>
            <pc:sldMk cId="3142237491" sldId="262"/>
            <ac:cxnSpMk id="30" creationId="{62685B18-C729-E761-2BF5-FA1C7C1D1F13}"/>
          </ac:cxnSpMkLst>
        </pc:cxnChg>
      </pc:sldChg>
      <pc:sldChg chg="addSp delSp modSp add mod setBg">
        <pc:chgData name="Mauro F" userId="de0a903c9bda524f" providerId="LiveId" clId="{510285D0-8217-4ABC-8E38-9A8E9F5607AD}" dt="2026-10-17T12:26:27.839" v="1688" actId="20577"/>
        <pc:sldMkLst>
          <pc:docMk/>
          <pc:sldMk cId="3173691453" sldId="263"/>
        </pc:sldMkLst>
        <pc:spChg chg="del">
          <ac:chgData name="Mauro F" userId="de0a903c9bda524f" providerId="LiveId" clId="{510285D0-8217-4ABC-8E38-9A8E9F5607AD}" dt="2026-10-17T12:24:32.545" v="1658" actId="478"/>
          <ac:spMkLst>
            <pc:docMk/>
            <pc:sldMk cId="3173691453" sldId="263"/>
            <ac:spMk id="2" creationId="{622A48C0-5575-36F8-BE72-8DAE14E6F09A}"/>
          </ac:spMkLst>
        </pc:spChg>
        <pc:spChg chg="del">
          <ac:chgData name="Mauro F" userId="de0a903c9bda524f" providerId="LiveId" clId="{510285D0-8217-4ABC-8E38-9A8E9F5607AD}" dt="2026-10-17T12:24:32.545" v="1658" actId="478"/>
          <ac:spMkLst>
            <pc:docMk/>
            <pc:sldMk cId="3173691453" sldId="263"/>
            <ac:spMk id="4" creationId="{084990B3-96D9-E25B-5244-DE855D7971D0}"/>
          </ac:spMkLst>
        </pc:spChg>
        <pc:spChg chg="mod">
          <ac:chgData name="Mauro F" userId="de0a903c9bda524f" providerId="LiveId" clId="{510285D0-8217-4ABC-8E38-9A8E9F5607AD}" dt="2026-10-17T12:26:27.839" v="1688" actId="20577"/>
          <ac:spMkLst>
            <pc:docMk/>
            <pc:sldMk cId="3173691453" sldId="263"/>
            <ac:spMk id="5" creationId="{A432C34C-D171-560E-434F-8F3FBF90B45F}"/>
          </ac:spMkLst>
        </pc:spChg>
        <pc:spChg chg="del">
          <ac:chgData name="Mauro F" userId="de0a903c9bda524f" providerId="LiveId" clId="{510285D0-8217-4ABC-8E38-9A8E9F5607AD}" dt="2026-10-17T12:24:32.545" v="1658" actId="478"/>
          <ac:spMkLst>
            <pc:docMk/>
            <pc:sldMk cId="3173691453" sldId="263"/>
            <ac:spMk id="7" creationId="{E01858AC-BC50-17FB-7C28-C2B29156F1B1}"/>
          </ac:spMkLst>
        </pc:spChg>
        <pc:spChg chg="del">
          <ac:chgData name="Mauro F" userId="de0a903c9bda524f" providerId="LiveId" clId="{510285D0-8217-4ABC-8E38-9A8E9F5607AD}" dt="2026-10-17T12:24:32.545" v="1658" actId="478"/>
          <ac:spMkLst>
            <pc:docMk/>
            <pc:sldMk cId="3173691453" sldId="263"/>
            <ac:spMk id="9" creationId="{930EBBDE-51CE-7C41-08B8-5F73B3843261}"/>
          </ac:spMkLst>
        </pc:spChg>
        <pc:spChg chg="del">
          <ac:chgData name="Mauro F" userId="de0a903c9bda524f" providerId="LiveId" clId="{510285D0-8217-4ABC-8E38-9A8E9F5607AD}" dt="2026-10-17T12:24:32.545" v="1658" actId="478"/>
          <ac:spMkLst>
            <pc:docMk/>
            <pc:sldMk cId="3173691453" sldId="263"/>
            <ac:spMk id="11" creationId="{5F8F70F4-415C-CEB1-B29B-C182DAE03930}"/>
          </ac:spMkLst>
        </pc:spChg>
        <pc:spChg chg="del">
          <ac:chgData name="Mauro F" userId="de0a903c9bda524f" providerId="LiveId" clId="{510285D0-8217-4ABC-8E38-9A8E9F5607AD}" dt="2026-10-17T12:24:41.323" v="1659" actId="478"/>
          <ac:spMkLst>
            <pc:docMk/>
            <pc:sldMk cId="3173691453" sldId="263"/>
            <ac:spMk id="13" creationId="{F5823081-EB9A-8E6C-1749-B655D9049C3A}"/>
          </ac:spMkLst>
        </pc:spChg>
        <pc:spChg chg="del">
          <ac:chgData name="Mauro F" userId="de0a903c9bda524f" providerId="LiveId" clId="{510285D0-8217-4ABC-8E38-9A8E9F5607AD}" dt="2026-10-17T12:24:41.323" v="1659" actId="478"/>
          <ac:spMkLst>
            <pc:docMk/>
            <pc:sldMk cId="3173691453" sldId="263"/>
            <ac:spMk id="15" creationId="{34FF7289-E3FD-FC4B-00F7-E79FE933E80B}"/>
          </ac:spMkLst>
        </pc:spChg>
        <pc:spChg chg="del">
          <ac:chgData name="Mauro F" userId="de0a903c9bda524f" providerId="LiveId" clId="{510285D0-8217-4ABC-8E38-9A8E9F5607AD}" dt="2026-10-17T12:24:41.323" v="1659" actId="478"/>
          <ac:spMkLst>
            <pc:docMk/>
            <pc:sldMk cId="3173691453" sldId="263"/>
            <ac:spMk id="17" creationId="{ED9F4ECE-B487-B769-63AB-EA76122BB5E2}"/>
          </ac:spMkLst>
        </pc:spChg>
        <pc:spChg chg="del">
          <ac:chgData name="Mauro F" userId="de0a903c9bda524f" providerId="LiveId" clId="{510285D0-8217-4ABC-8E38-9A8E9F5607AD}" dt="2026-10-17T12:24:41.323" v="1659" actId="478"/>
          <ac:spMkLst>
            <pc:docMk/>
            <pc:sldMk cId="3173691453" sldId="263"/>
            <ac:spMk id="19" creationId="{9A81CA3B-0976-2FCE-18BE-0AA6AF6EA20A}"/>
          </ac:spMkLst>
        </pc:spChg>
        <pc:spChg chg="add mod">
          <ac:chgData name="Mauro F" userId="de0a903c9bda524f" providerId="LiveId" clId="{510285D0-8217-4ABC-8E38-9A8E9F5607AD}" dt="2026-10-17T12:24:58.841" v="1660"/>
          <ac:spMkLst>
            <pc:docMk/>
            <pc:sldMk cId="3173691453" sldId="263"/>
            <ac:spMk id="20" creationId="{7C6945C2-369E-201B-C543-C0C3B18E7916}"/>
          </ac:spMkLst>
        </pc:spChg>
        <pc:spChg chg="del">
          <ac:chgData name="Mauro F" userId="de0a903c9bda524f" providerId="LiveId" clId="{510285D0-8217-4ABC-8E38-9A8E9F5607AD}" dt="2026-10-17T12:24:41.323" v="1659" actId="478"/>
          <ac:spMkLst>
            <pc:docMk/>
            <pc:sldMk cId="3173691453" sldId="263"/>
            <ac:spMk id="21" creationId="{2C864542-4232-2FFA-17E0-7EC1DFDD4B02}"/>
          </ac:spMkLst>
        </pc:spChg>
        <pc:spChg chg="add mod">
          <ac:chgData name="Mauro F" userId="de0a903c9bda524f" providerId="LiveId" clId="{510285D0-8217-4ABC-8E38-9A8E9F5607AD}" dt="2026-10-17T12:24:58.841" v="1660"/>
          <ac:spMkLst>
            <pc:docMk/>
            <pc:sldMk cId="3173691453" sldId="263"/>
            <ac:spMk id="22" creationId="{AE9A4442-32A7-C1A0-EBB1-A2372CC65177}"/>
          </ac:spMkLst>
        </pc:spChg>
        <pc:spChg chg="del">
          <ac:chgData name="Mauro F" userId="de0a903c9bda524f" providerId="LiveId" clId="{510285D0-8217-4ABC-8E38-9A8E9F5607AD}" dt="2026-10-17T12:24:32.545" v="1658" actId="478"/>
          <ac:spMkLst>
            <pc:docMk/>
            <pc:sldMk cId="3173691453" sldId="263"/>
            <ac:spMk id="23" creationId="{18859116-CAFE-F88D-4ECA-D0AAC19B43AF}"/>
          </ac:spMkLst>
        </pc:spChg>
        <pc:spChg chg="add mod">
          <ac:chgData name="Mauro F" userId="de0a903c9bda524f" providerId="LiveId" clId="{510285D0-8217-4ABC-8E38-9A8E9F5607AD}" dt="2026-10-17T12:24:58.841" v="1660"/>
          <ac:spMkLst>
            <pc:docMk/>
            <pc:sldMk cId="3173691453" sldId="263"/>
            <ac:spMk id="24" creationId="{B89844B3-9AE7-5DAB-5997-AF8DAC50B0BF}"/>
          </ac:spMkLst>
        </pc:spChg>
        <pc:spChg chg="del">
          <ac:chgData name="Mauro F" userId="de0a903c9bda524f" providerId="LiveId" clId="{510285D0-8217-4ABC-8E38-9A8E9F5607AD}" dt="2026-10-17T12:24:41.323" v="1659" actId="478"/>
          <ac:spMkLst>
            <pc:docMk/>
            <pc:sldMk cId="3173691453" sldId="263"/>
            <ac:spMk id="25" creationId="{F75004DE-83F4-B6F6-A70D-F9E572618546}"/>
          </ac:spMkLst>
        </pc:spChg>
        <pc:spChg chg="add mod">
          <ac:chgData name="Mauro F" userId="de0a903c9bda524f" providerId="LiveId" clId="{510285D0-8217-4ABC-8E38-9A8E9F5607AD}" dt="2026-10-17T12:24:58.841" v="1660"/>
          <ac:spMkLst>
            <pc:docMk/>
            <pc:sldMk cId="3173691453" sldId="263"/>
            <ac:spMk id="26" creationId="{7FAFC572-332F-8842-BF7A-5BA1EFAF5456}"/>
          </ac:spMkLst>
        </pc:spChg>
        <pc:spChg chg="add mod">
          <ac:chgData name="Mauro F" userId="de0a903c9bda524f" providerId="LiveId" clId="{510285D0-8217-4ABC-8E38-9A8E9F5607AD}" dt="2026-10-17T12:24:58.841" v="1660"/>
          <ac:spMkLst>
            <pc:docMk/>
            <pc:sldMk cId="3173691453" sldId="263"/>
            <ac:spMk id="28" creationId="{B710FF94-A3E0-9AB4-4245-B9D9473A8434}"/>
          </ac:spMkLst>
        </pc:spChg>
        <pc:spChg chg="add mod">
          <ac:chgData name="Mauro F" userId="de0a903c9bda524f" providerId="LiveId" clId="{510285D0-8217-4ABC-8E38-9A8E9F5607AD}" dt="2026-10-17T12:24:58.841" v="1660"/>
          <ac:spMkLst>
            <pc:docMk/>
            <pc:sldMk cId="3173691453" sldId="263"/>
            <ac:spMk id="29" creationId="{0CF79170-56A7-C37D-EFD8-C946F8703F63}"/>
          </ac:spMkLst>
        </pc:spChg>
        <pc:spChg chg="add mod">
          <ac:chgData name="Mauro F" userId="de0a903c9bda524f" providerId="LiveId" clId="{510285D0-8217-4ABC-8E38-9A8E9F5607AD}" dt="2026-10-17T12:24:58.841" v="1660"/>
          <ac:spMkLst>
            <pc:docMk/>
            <pc:sldMk cId="3173691453" sldId="263"/>
            <ac:spMk id="30" creationId="{E29C0A4E-D38A-4E86-51AF-4EE7295BFD3B}"/>
          </ac:spMkLst>
        </pc:spChg>
        <pc:spChg chg="add mod">
          <ac:chgData name="Mauro F" userId="de0a903c9bda524f" providerId="LiveId" clId="{510285D0-8217-4ABC-8E38-9A8E9F5607AD}" dt="2026-10-17T12:24:58.841" v="1660"/>
          <ac:spMkLst>
            <pc:docMk/>
            <pc:sldMk cId="3173691453" sldId="263"/>
            <ac:spMk id="32" creationId="{8A4D2C5E-F181-58ED-D641-A71150B7791A}"/>
          </ac:spMkLst>
        </pc:spChg>
        <pc:spChg chg="add mod">
          <ac:chgData name="Mauro F" userId="de0a903c9bda524f" providerId="LiveId" clId="{510285D0-8217-4ABC-8E38-9A8E9F5607AD}" dt="2026-10-17T12:24:58.841" v="1660"/>
          <ac:spMkLst>
            <pc:docMk/>
            <pc:sldMk cId="3173691453" sldId="263"/>
            <ac:spMk id="33" creationId="{52599090-1AD0-9231-79D4-938022038BC8}"/>
          </ac:spMkLst>
        </pc:spChg>
        <pc:spChg chg="add mod">
          <ac:chgData name="Mauro F" userId="de0a903c9bda524f" providerId="LiveId" clId="{510285D0-8217-4ABC-8E38-9A8E9F5607AD}" dt="2026-10-17T12:24:58.841" v="1660"/>
          <ac:spMkLst>
            <pc:docMk/>
            <pc:sldMk cId="3173691453" sldId="263"/>
            <ac:spMk id="34" creationId="{19FD3A9E-A762-2D0F-4EA5-E4AA916E5FBF}"/>
          </ac:spMkLst>
        </pc:spChg>
        <pc:cxnChg chg="mod">
          <ac:chgData name="Mauro F" userId="de0a903c9bda524f" providerId="LiveId" clId="{510285D0-8217-4ABC-8E38-9A8E9F5607AD}" dt="2026-10-17T12:25:34.189" v="1661" actId="208"/>
          <ac:cxnSpMkLst>
            <pc:docMk/>
            <pc:sldMk cId="3173691453" sldId="263"/>
            <ac:cxnSpMk id="8" creationId="{DB8A5274-BB4D-4751-CADC-C2DBDE409427}"/>
          </ac:cxnSpMkLst>
        </pc:cxnChg>
        <pc:cxnChg chg="mod">
          <ac:chgData name="Mauro F" userId="de0a903c9bda524f" providerId="LiveId" clId="{510285D0-8217-4ABC-8E38-9A8E9F5607AD}" dt="2026-10-17T12:25:34.189" v="1661" actId="208"/>
          <ac:cxnSpMkLst>
            <pc:docMk/>
            <pc:sldMk cId="3173691453" sldId="263"/>
            <ac:cxnSpMk id="10" creationId="{DF466D3A-2DC3-98E3-1DB9-28D6543C4DB7}"/>
          </ac:cxnSpMkLst>
        </pc:cxnChg>
        <pc:cxnChg chg="mod">
          <ac:chgData name="Mauro F" userId="de0a903c9bda524f" providerId="LiveId" clId="{510285D0-8217-4ABC-8E38-9A8E9F5607AD}" dt="2026-10-17T12:25:47.852" v="1662" actId="208"/>
          <ac:cxnSpMkLst>
            <pc:docMk/>
            <pc:sldMk cId="3173691453" sldId="263"/>
            <ac:cxnSpMk id="16" creationId="{57B10114-B985-5541-B524-67356C75091C}"/>
          </ac:cxnSpMkLst>
        </pc:cxnChg>
        <pc:cxnChg chg="del">
          <ac:chgData name="Mauro F" userId="de0a903c9bda524f" providerId="LiveId" clId="{510285D0-8217-4ABC-8E38-9A8E9F5607AD}" dt="2026-10-17T12:24:32.545" v="1658" actId="478"/>
          <ac:cxnSpMkLst>
            <pc:docMk/>
            <pc:sldMk cId="3173691453" sldId="263"/>
            <ac:cxnSpMk id="27" creationId="{221AE2EC-E4C4-4FA7-E625-82D3B05C65C7}"/>
          </ac:cxnSpMkLst>
        </pc:cxnChg>
        <pc:cxnChg chg="mod">
          <ac:chgData name="Mauro F" userId="de0a903c9bda524f" providerId="LiveId" clId="{510285D0-8217-4ABC-8E38-9A8E9F5607AD}" dt="2026-10-17T12:25:34.189" v="1661" actId="208"/>
          <ac:cxnSpMkLst>
            <pc:docMk/>
            <pc:sldMk cId="3173691453" sldId="263"/>
            <ac:cxnSpMk id="31" creationId="{A18C6345-C37F-7391-9A0E-7AD987D56009}"/>
          </ac:cxnSpMkLst>
        </pc:cxnChg>
        <pc:cxnChg chg="mod">
          <ac:chgData name="Mauro F" userId="de0a903c9bda524f" providerId="LiveId" clId="{510285D0-8217-4ABC-8E38-9A8E9F5607AD}" dt="2026-10-17T12:25:34.189" v="1661" actId="208"/>
          <ac:cxnSpMkLst>
            <pc:docMk/>
            <pc:sldMk cId="3173691453" sldId="263"/>
            <ac:cxnSpMk id="35" creationId="{F8FC7146-2D82-3C7E-33A0-1939A1CA2C0E}"/>
          </ac:cxnSpMkLst>
        </pc:cxnChg>
      </pc:sldChg>
      <pc:sldChg chg="addSp delSp modSp add mod">
        <pc:chgData name="Mauro F" userId="de0a903c9bda524f" providerId="LiveId" clId="{510285D0-8217-4ABC-8E38-9A8E9F5607AD}" dt="2026-10-17T12:51:08.619" v="2130"/>
        <pc:sldMkLst>
          <pc:docMk/>
          <pc:sldMk cId="2608420825" sldId="264"/>
        </pc:sldMkLst>
        <pc:spChg chg="add mod">
          <ac:chgData name="Mauro F" userId="de0a903c9bda524f" providerId="LiveId" clId="{510285D0-8217-4ABC-8E38-9A8E9F5607AD}" dt="2026-10-17T12:51:08.619" v="2130"/>
          <ac:spMkLst>
            <pc:docMk/>
            <pc:sldMk cId="2608420825" sldId="264"/>
            <ac:spMk id="4" creationId="{59079FEC-F349-4F5B-2EE7-E0593365FF74}"/>
          </ac:spMkLst>
        </pc:spChg>
        <pc:spChg chg="mod">
          <ac:chgData name="Mauro F" userId="de0a903c9bda524f" providerId="LiveId" clId="{510285D0-8217-4ABC-8E38-9A8E9F5607AD}" dt="2026-10-17T12:50:58.433" v="2129" actId="20577"/>
          <ac:spMkLst>
            <pc:docMk/>
            <pc:sldMk cId="2608420825" sldId="264"/>
            <ac:spMk id="5" creationId="{3B6EF4E8-D874-2BE9-0058-AA4134C673AE}"/>
          </ac:spMkLst>
        </pc:spChg>
        <pc:spChg chg="mod">
          <ac:chgData name="Mauro F" userId="de0a903c9bda524f" providerId="LiveId" clId="{510285D0-8217-4ABC-8E38-9A8E9F5607AD}" dt="2026-10-17T12:50:13.191" v="1942" actId="196"/>
          <ac:spMkLst>
            <pc:docMk/>
            <pc:sldMk cId="2608420825" sldId="264"/>
            <ac:spMk id="6" creationId="{3B1F1CB8-5FBF-7F94-309E-7B016FDF0017}"/>
          </ac:spMkLst>
        </pc:spChg>
        <pc:spChg chg="add mod">
          <ac:chgData name="Mauro F" userId="de0a903c9bda524f" providerId="LiveId" clId="{510285D0-8217-4ABC-8E38-9A8E9F5607AD}" dt="2026-10-17T12:51:08.619" v="2130"/>
          <ac:spMkLst>
            <pc:docMk/>
            <pc:sldMk cId="2608420825" sldId="264"/>
            <ac:spMk id="7" creationId="{C17ED048-1A45-B88A-4D7B-607CFDBBCC9A}"/>
          </ac:spMkLst>
        </pc:spChg>
        <pc:spChg chg="add mod">
          <ac:chgData name="Mauro F" userId="de0a903c9bda524f" providerId="LiveId" clId="{510285D0-8217-4ABC-8E38-9A8E9F5607AD}" dt="2026-10-17T12:51:08.619" v="2130"/>
          <ac:spMkLst>
            <pc:docMk/>
            <pc:sldMk cId="2608420825" sldId="264"/>
            <ac:spMk id="9" creationId="{ABC292D4-9508-4699-465E-FB3E0772D452}"/>
          </ac:spMkLst>
        </pc:spChg>
        <pc:spChg chg="add mod">
          <ac:chgData name="Mauro F" userId="de0a903c9bda524f" providerId="LiveId" clId="{510285D0-8217-4ABC-8E38-9A8E9F5607AD}" dt="2026-10-17T12:51:08.619" v="2130"/>
          <ac:spMkLst>
            <pc:docMk/>
            <pc:sldMk cId="2608420825" sldId="264"/>
            <ac:spMk id="11" creationId="{1DB66668-0F97-CCDB-EC30-C5E290296A3F}"/>
          </ac:spMkLst>
        </pc:spChg>
        <pc:spChg chg="del">
          <ac:chgData name="Mauro F" userId="de0a903c9bda524f" providerId="LiveId" clId="{510285D0-8217-4ABC-8E38-9A8E9F5607AD}" dt="2026-10-17T12:37:23.191" v="1940" actId="478"/>
          <ac:spMkLst>
            <pc:docMk/>
            <pc:sldMk cId="2608420825" sldId="264"/>
            <ac:spMk id="12" creationId="{62DF81B2-8713-324D-D397-72A1086D88A0}"/>
          </ac:spMkLst>
        </pc:spChg>
        <pc:spChg chg="add mod">
          <ac:chgData name="Mauro F" userId="de0a903c9bda524f" providerId="LiveId" clId="{510285D0-8217-4ABC-8E38-9A8E9F5607AD}" dt="2026-10-17T12:51:08.619" v="2130"/>
          <ac:spMkLst>
            <pc:docMk/>
            <pc:sldMk cId="2608420825" sldId="264"/>
            <ac:spMk id="13" creationId="{9255D81E-F7D6-1813-A812-9DC6BCCE7A7C}"/>
          </ac:spMkLst>
        </pc:spChg>
        <pc:spChg chg="del">
          <ac:chgData name="Mauro F" userId="de0a903c9bda524f" providerId="LiveId" clId="{510285D0-8217-4ABC-8E38-9A8E9F5607AD}" dt="2026-10-17T12:37:23.191" v="1940" actId="478"/>
          <ac:spMkLst>
            <pc:docMk/>
            <pc:sldMk cId="2608420825" sldId="264"/>
            <ac:spMk id="14" creationId="{54EB1CED-79C7-CBA6-938C-04398EB4A54C}"/>
          </ac:spMkLst>
        </pc:spChg>
        <pc:spChg chg="add mod">
          <ac:chgData name="Mauro F" userId="de0a903c9bda524f" providerId="LiveId" clId="{510285D0-8217-4ABC-8E38-9A8E9F5607AD}" dt="2026-10-17T12:51:08.619" v="2130"/>
          <ac:spMkLst>
            <pc:docMk/>
            <pc:sldMk cId="2608420825" sldId="264"/>
            <ac:spMk id="17" creationId="{BC3EDFC4-D55E-74BF-E1E2-0DA481E39599}"/>
          </ac:spMkLst>
        </pc:spChg>
        <pc:spChg chg="mod">
          <ac:chgData name="Mauro F" userId="de0a903c9bda524f" providerId="LiveId" clId="{510285D0-8217-4ABC-8E38-9A8E9F5607AD}" dt="2026-10-17T12:50:25.426" v="2031" actId="1037"/>
          <ac:spMkLst>
            <pc:docMk/>
            <pc:sldMk cId="2608420825" sldId="264"/>
            <ac:spMk id="18" creationId="{FF17D06E-B79F-B7A7-9E4C-8FC6367A2BDB}"/>
          </ac:spMkLst>
        </pc:spChg>
        <pc:spChg chg="add mod">
          <ac:chgData name="Mauro F" userId="de0a903c9bda524f" providerId="LiveId" clId="{510285D0-8217-4ABC-8E38-9A8E9F5607AD}" dt="2026-10-17T12:51:08.619" v="2130"/>
          <ac:spMkLst>
            <pc:docMk/>
            <pc:sldMk cId="2608420825" sldId="264"/>
            <ac:spMk id="19" creationId="{9C4C4ED7-655C-FAE2-6178-FC9252029D0D}"/>
          </ac:spMkLst>
        </pc:spChg>
        <pc:spChg chg="del">
          <ac:chgData name="Mauro F" userId="de0a903c9bda524f" providerId="LiveId" clId="{510285D0-8217-4ABC-8E38-9A8E9F5607AD}" dt="2026-10-17T12:37:23.191" v="1940" actId="478"/>
          <ac:spMkLst>
            <pc:docMk/>
            <pc:sldMk cId="2608420825" sldId="264"/>
            <ac:spMk id="20" creationId="{0FF5A630-18DF-EFE6-DC7D-AD292580377F}"/>
          </ac:spMkLst>
        </pc:spChg>
        <pc:spChg chg="add mod">
          <ac:chgData name="Mauro F" userId="de0a903c9bda524f" providerId="LiveId" clId="{510285D0-8217-4ABC-8E38-9A8E9F5607AD}" dt="2026-10-17T12:51:08.619" v="2130"/>
          <ac:spMkLst>
            <pc:docMk/>
            <pc:sldMk cId="2608420825" sldId="264"/>
            <ac:spMk id="21" creationId="{51620D17-1DEB-CC62-FF50-D1E5529765F5}"/>
          </ac:spMkLst>
        </pc:spChg>
        <pc:spChg chg="del">
          <ac:chgData name="Mauro F" userId="de0a903c9bda524f" providerId="LiveId" clId="{510285D0-8217-4ABC-8E38-9A8E9F5607AD}" dt="2026-10-17T12:37:23.191" v="1940" actId="478"/>
          <ac:spMkLst>
            <pc:docMk/>
            <pc:sldMk cId="2608420825" sldId="264"/>
            <ac:spMk id="22" creationId="{49EB84F9-753A-A577-DE6F-25101FA53B4D}"/>
          </ac:spMkLst>
        </pc:spChg>
        <pc:spChg chg="del">
          <ac:chgData name="Mauro F" userId="de0a903c9bda524f" providerId="LiveId" clId="{510285D0-8217-4ABC-8E38-9A8E9F5607AD}" dt="2026-10-17T12:37:23.191" v="1940" actId="478"/>
          <ac:spMkLst>
            <pc:docMk/>
            <pc:sldMk cId="2608420825" sldId="264"/>
            <ac:spMk id="24" creationId="{91CB7189-75A8-FA02-89B0-D990BDC22397}"/>
          </ac:spMkLst>
        </pc:spChg>
        <pc:spChg chg="del">
          <ac:chgData name="Mauro F" userId="de0a903c9bda524f" providerId="LiveId" clId="{510285D0-8217-4ABC-8E38-9A8E9F5607AD}" dt="2026-10-17T12:37:23.191" v="1940" actId="478"/>
          <ac:spMkLst>
            <pc:docMk/>
            <pc:sldMk cId="2608420825" sldId="264"/>
            <ac:spMk id="26" creationId="{DCA555AA-528F-7D03-0FA9-56BBEBF3238B}"/>
          </ac:spMkLst>
        </pc:spChg>
        <pc:spChg chg="del">
          <ac:chgData name="Mauro F" userId="de0a903c9bda524f" providerId="LiveId" clId="{510285D0-8217-4ABC-8E38-9A8E9F5607AD}" dt="2026-10-17T12:37:23.191" v="1940" actId="478"/>
          <ac:spMkLst>
            <pc:docMk/>
            <pc:sldMk cId="2608420825" sldId="264"/>
            <ac:spMk id="28" creationId="{35D2FF06-D505-D52A-112B-4985EAE894F9}"/>
          </ac:spMkLst>
        </pc:spChg>
        <pc:spChg chg="del">
          <ac:chgData name="Mauro F" userId="de0a903c9bda524f" providerId="LiveId" clId="{510285D0-8217-4ABC-8E38-9A8E9F5607AD}" dt="2026-10-17T12:37:23.191" v="1940" actId="478"/>
          <ac:spMkLst>
            <pc:docMk/>
            <pc:sldMk cId="2608420825" sldId="264"/>
            <ac:spMk id="29" creationId="{7FDF4701-7DA6-7409-7C42-0967CE85A57C}"/>
          </ac:spMkLst>
        </pc:spChg>
        <pc:spChg chg="del">
          <ac:chgData name="Mauro F" userId="de0a903c9bda524f" providerId="LiveId" clId="{510285D0-8217-4ABC-8E38-9A8E9F5607AD}" dt="2026-10-17T12:37:23.191" v="1940" actId="478"/>
          <ac:spMkLst>
            <pc:docMk/>
            <pc:sldMk cId="2608420825" sldId="264"/>
            <ac:spMk id="30" creationId="{F49003B1-B85C-DD95-61E7-FD72CF649B3B}"/>
          </ac:spMkLst>
        </pc:spChg>
        <pc:spChg chg="del">
          <ac:chgData name="Mauro F" userId="de0a903c9bda524f" providerId="LiveId" clId="{510285D0-8217-4ABC-8E38-9A8E9F5607AD}" dt="2026-10-17T12:37:27.855" v="1941" actId="478"/>
          <ac:spMkLst>
            <pc:docMk/>
            <pc:sldMk cId="2608420825" sldId="264"/>
            <ac:spMk id="32" creationId="{60CACA1D-9CCE-EC43-0A9F-E8C81563A8E9}"/>
          </ac:spMkLst>
        </pc:spChg>
        <pc:spChg chg="del">
          <ac:chgData name="Mauro F" userId="de0a903c9bda524f" providerId="LiveId" clId="{510285D0-8217-4ABC-8E38-9A8E9F5607AD}" dt="2026-10-17T12:37:23.191" v="1940" actId="478"/>
          <ac:spMkLst>
            <pc:docMk/>
            <pc:sldMk cId="2608420825" sldId="264"/>
            <ac:spMk id="33" creationId="{280F2689-384A-8D9C-26D4-C30D04B4DA31}"/>
          </ac:spMkLst>
        </pc:spChg>
        <pc:spChg chg="del">
          <ac:chgData name="Mauro F" userId="de0a903c9bda524f" providerId="LiveId" clId="{510285D0-8217-4ABC-8E38-9A8E9F5607AD}" dt="2026-10-17T12:37:27.855" v="1941" actId="478"/>
          <ac:spMkLst>
            <pc:docMk/>
            <pc:sldMk cId="2608420825" sldId="264"/>
            <ac:spMk id="34" creationId="{2AE06AF2-A327-3324-CA21-5855E5AD4ECA}"/>
          </ac:spMkLst>
        </pc:spChg>
        <pc:picChg chg="mod">
          <ac:chgData name="Mauro F" userId="de0a903c9bda524f" providerId="LiveId" clId="{510285D0-8217-4ABC-8E38-9A8E9F5607AD}" dt="2026-10-17T12:50:20.909" v="1999" actId="1037"/>
          <ac:picMkLst>
            <pc:docMk/>
            <pc:sldMk cId="2608420825" sldId="264"/>
            <ac:picMk id="3" creationId="{28366079-A322-B674-BB05-66D3DBC39C63}"/>
          </ac:picMkLst>
        </pc:picChg>
        <pc:picChg chg="add mod">
          <ac:chgData name="Mauro F" userId="de0a903c9bda524f" providerId="LiveId" clId="{510285D0-8217-4ABC-8E38-9A8E9F5607AD}" dt="2026-10-17T12:51:08.619" v="2130"/>
          <ac:picMkLst>
            <pc:docMk/>
            <pc:sldMk cId="2608420825" sldId="264"/>
            <ac:picMk id="15" creationId="{B77DC3AB-2B99-68D3-D2A6-1107A92FD4FC}"/>
          </ac:picMkLst>
        </pc:picChg>
        <pc:cxnChg chg="add mod">
          <ac:chgData name="Mauro F" userId="de0a903c9bda524f" providerId="LiveId" clId="{510285D0-8217-4ABC-8E38-9A8E9F5607AD}" dt="2026-10-17T12:51:08.619" v="2130"/>
          <ac:cxnSpMkLst>
            <pc:docMk/>
            <pc:sldMk cId="2608420825" sldId="264"/>
            <ac:cxnSpMk id="2" creationId="{F7FC44C1-FCBE-A50C-813A-0305926F34D0}"/>
          </ac:cxnSpMkLst>
        </pc:cxnChg>
      </pc:sldChg>
      <pc:sldChg chg="addSp delSp modSp add mod">
        <pc:chgData name="Mauro F" userId="de0a903c9bda524f" providerId="LiveId" clId="{510285D0-8217-4ABC-8E38-9A8E9F5607AD}" dt="2026-10-17T13:03:29.523" v="2188" actId="1036"/>
        <pc:sldMkLst>
          <pc:docMk/>
          <pc:sldMk cId="2927487155" sldId="265"/>
        </pc:sldMkLst>
        <pc:spChg chg="del">
          <ac:chgData name="Mauro F" userId="de0a903c9bda524f" providerId="LiveId" clId="{510285D0-8217-4ABC-8E38-9A8E9F5607AD}" dt="2026-10-17T12:51:37.175" v="2133" actId="478"/>
          <ac:spMkLst>
            <pc:docMk/>
            <pc:sldMk cId="2927487155" sldId="265"/>
            <ac:spMk id="4" creationId="{9D8DD3F1-F30A-0537-CFFA-2BCB9581ABF0}"/>
          </ac:spMkLst>
        </pc:spChg>
        <pc:spChg chg="mod">
          <ac:chgData name="Mauro F" userId="de0a903c9bda524f" providerId="LiveId" clId="{510285D0-8217-4ABC-8E38-9A8E9F5607AD}" dt="2026-10-17T13:02:25.108" v="2167" actId="20577"/>
          <ac:spMkLst>
            <pc:docMk/>
            <pc:sldMk cId="2927487155" sldId="265"/>
            <ac:spMk id="5" creationId="{2BE10F6B-D692-D634-382D-79D43268173D}"/>
          </ac:spMkLst>
        </pc:spChg>
        <pc:spChg chg="del">
          <ac:chgData name="Mauro F" userId="de0a903c9bda524f" providerId="LiveId" clId="{510285D0-8217-4ABC-8E38-9A8E9F5607AD}" dt="2026-10-17T12:51:37.175" v="2133" actId="478"/>
          <ac:spMkLst>
            <pc:docMk/>
            <pc:sldMk cId="2927487155" sldId="265"/>
            <ac:spMk id="7" creationId="{66BFEB48-9174-B7CB-936F-3A6A1A9CC03D}"/>
          </ac:spMkLst>
        </pc:spChg>
        <pc:spChg chg="del">
          <ac:chgData name="Mauro F" userId="de0a903c9bda524f" providerId="LiveId" clId="{510285D0-8217-4ABC-8E38-9A8E9F5607AD}" dt="2026-10-17T12:51:37.175" v="2133" actId="478"/>
          <ac:spMkLst>
            <pc:docMk/>
            <pc:sldMk cId="2927487155" sldId="265"/>
            <ac:spMk id="9" creationId="{DB33A3C0-81C2-AA8C-3DB1-1141AB1BF779}"/>
          </ac:spMkLst>
        </pc:spChg>
        <pc:spChg chg="add mod">
          <ac:chgData name="Mauro F" userId="de0a903c9bda524f" providerId="LiveId" clId="{510285D0-8217-4ABC-8E38-9A8E9F5607AD}" dt="2026-10-17T13:03:29.523" v="2188" actId="1036"/>
          <ac:spMkLst>
            <pc:docMk/>
            <pc:sldMk cId="2927487155" sldId="265"/>
            <ac:spMk id="10" creationId="{8C802625-118E-07C6-C30E-058428B243D7}"/>
          </ac:spMkLst>
        </pc:spChg>
        <pc:spChg chg="del">
          <ac:chgData name="Mauro F" userId="de0a903c9bda524f" providerId="LiveId" clId="{510285D0-8217-4ABC-8E38-9A8E9F5607AD}" dt="2026-10-17T12:51:37.175" v="2133" actId="478"/>
          <ac:spMkLst>
            <pc:docMk/>
            <pc:sldMk cId="2927487155" sldId="265"/>
            <ac:spMk id="11" creationId="{6C1E51B0-74AA-827B-E9F8-221C3F6EB012}"/>
          </ac:spMkLst>
        </pc:spChg>
        <pc:spChg chg="del">
          <ac:chgData name="Mauro F" userId="de0a903c9bda524f" providerId="LiveId" clId="{510285D0-8217-4ABC-8E38-9A8E9F5607AD}" dt="2026-10-17T12:51:37.175" v="2133" actId="478"/>
          <ac:spMkLst>
            <pc:docMk/>
            <pc:sldMk cId="2927487155" sldId="265"/>
            <ac:spMk id="13" creationId="{A720C353-7F92-8222-C5DC-5465D6EE12A7}"/>
          </ac:spMkLst>
        </pc:spChg>
        <pc:spChg chg="del">
          <ac:chgData name="Mauro F" userId="de0a903c9bda524f" providerId="LiveId" clId="{510285D0-8217-4ABC-8E38-9A8E9F5607AD}" dt="2026-10-17T12:51:37.175" v="2133" actId="478"/>
          <ac:spMkLst>
            <pc:docMk/>
            <pc:sldMk cId="2927487155" sldId="265"/>
            <ac:spMk id="17" creationId="{DDED779D-8236-EFED-3028-43A7B9D073B2}"/>
          </ac:spMkLst>
        </pc:spChg>
        <pc:spChg chg="del">
          <ac:chgData name="Mauro F" userId="de0a903c9bda524f" providerId="LiveId" clId="{510285D0-8217-4ABC-8E38-9A8E9F5607AD}" dt="2026-10-17T12:51:43.735" v="2136" actId="478"/>
          <ac:spMkLst>
            <pc:docMk/>
            <pc:sldMk cId="2927487155" sldId="265"/>
            <ac:spMk id="19" creationId="{184D6924-2187-A36F-2369-7C672A797EB8}"/>
          </ac:spMkLst>
        </pc:spChg>
        <pc:spChg chg="del">
          <ac:chgData name="Mauro F" userId="de0a903c9bda524f" providerId="LiveId" clId="{510285D0-8217-4ABC-8E38-9A8E9F5607AD}" dt="2026-10-17T12:51:37.175" v="2133" actId="478"/>
          <ac:spMkLst>
            <pc:docMk/>
            <pc:sldMk cId="2927487155" sldId="265"/>
            <ac:spMk id="21" creationId="{29FB4F63-2FD9-4A02-4201-508A826327E5}"/>
          </ac:spMkLst>
        </pc:spChg>
        <pc:picChg chg="del">
          <ac:chgData name="Mauro F" userId="de0a903c9bda524f" providerId="LiveId" clId="{510285D0-8217-4ABC-8E38-9A8E9F5607AD}" dt="2026-10-17T12:51:41.632" v="2135" actId="478"/>
          <ac:picMkLst>
            <pc:docMk/>
            <pc:sldMk cId="2927487155" sldId="265"/>
            <ac:picMk id="15" creationId="{D14B88C7-D1AC-398C-7828-8DEFA8BE1FB9}"/>
          </ac:picMkLst>
        </pc:picChg>
        <pc:cxnChg chg="del">
          <ac:chgData name="Mauro F" userId="de0a903c9bda524f" providerId="LiveId" clId="{510285D0-8217-4ABC-8E38-9A8E9F5607AD}" dt="2026-10-17T12:51:39.479" v="2134" actId="478"/>
          <ac:cxnSpMkLst>
            <pc:docMk/>
            <pc:sldMk cId="2927487155" sldId="265"/>
            <ac:cxnSpMk id="2" creationId="{12733FEA-DBDF-629E-8963-62EFF966AA3B}"/>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7A60B03-50B6-E697-6B6D-7D8E57CAFDF5}"/>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75606207-983E-644A-C212-050B30C83C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740676E9-80AB-B6C9-1CCB-ACD19D7E8685}"/>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5" name="Segnaposto piè di pagina 4">
            <a:extLst>
              <a:ext uri="{FF2B5EF4-FFF2-40B4-BE49-F238E27FC236}">
                <a16:creationId xmlns:a16="http://schemas.microsoft.com/office/drawing/2014/main" id="{EE430701-6759-E903-7656-9BB37FDBA19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878E65B-C1E7-529C-1F34-660BBC283558}"/>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330763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2298CEA-8848-7CD0-5E63-B51927153C9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9A7E5D2-7E6A-72FC-0CAF-5E26DC899E2A}"/>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8AB61F0-DEA6-26FA-53F4-8F064EF7E1D1}"/>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5" name="Segnaposto piè di pagina 4">
            <a:extLst>
              <a:ext uri="{FF2B5EF4-FFF2-40B4-BE49-F238E27FC236}">
                <a16:creationId xmlns:a16="http://schemas.microsoft.com/office/drawing/2014/main" id="{F9D9BBCE-85DB-C452-5500-E60DE221DC0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6C2EECA-2CA4-C555-A0F1-770D55368104}"/>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3538693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05B8C1-7712-C665-02A0-455DE2298981}"/>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D870CE68-BB87-9E5C-C8CE-7241DAA74A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E76D712D-91F6-B013-5C07-F9B5021BD7D8}"/>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5" name="Segnaposto piè di pagina 4">
            <a:extLst>
              <a:ext uri="{FF2B5EF4-FFF2-40B4-BE49-F238E27FC236}">
                <a16:creationId xmlns:a16="http://schemas.microsoft.com/office/drawing/2014/main" id="{691943CC-E45D-4242-B464-6D216E73A19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43B1014-F37F-08BB-4EF1-9E1F57E17B2B}"/>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2018875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F0164D-94C1-F1D4-EE4D-0DF60B3B22DE}"/>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D3D06B8-30EA-CBFE-C0D2-6BE829C353BA}"/>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E5A6643B-AF62-7C35-316D-1744BFB153F6}"/>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892BC0A-EE5C-FE7E-99E7-736D7E63FE11}"/>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6" name="Segnaposto piè di pagina 5">
            <a:extLst>
              <a:ext uri="{FF2B5EF4-FFF2-40B4-BE49-F238E27FC236}">
                <a16:creationId xmlns:a16="http://schemas.microsoft.com/office/drawing/2014/main" id="{BD66E94E-BA9C-2179-766E-1B9792D7563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4FFA016-8244-6F69-7A8F-536ECCB4301B}"/>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233844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56FC68-E0BE-7A79-31CB-26619FC6F72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4A429B2-4543-5780-4DA4-A20F189AA5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DA938FB2-1827-4962-C68E-E89034E58BE9}"/>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6B22D5D8-C26A-D36F-1B58-156FDE19C1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EE580114-D817-64C6-AA5F-92C113019FFE}"/>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ED3E2F4F-9741-5521-DDBD-12102527CC28}"/>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8" name="Segnaposto piè di pagina 7">
            <a:extLst>
              <a:ext uri="{FF2B5EF4-FFF2-40B4-BE49-F238E27FC236}">
                <a16:creationId xmlns:a16="http://schemas.microsoft.com/office/drawing/2014/main" id="{27663B4D-9922-F990-4988-6B78CC6A4B3C}"/>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58455D25-7786-BF25-089D-F60EE1BC328E}"/>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2278529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A3E40BD-7FA9-B984-C077-D2DBAF66892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C28F58D3-234B-0867-BA3D-7B3C75F61CDF}"/>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4" name="Segnaposto piè di pagina 3">
            <a:extLst>
              <a:ext uri="{FF2B5EF4-FFF2-40B4-BE49-F238E27FC236}">
                <a16:creationId xmlns:a16="http://schemas.microsoft.com/office/drawing/2014/main" id="{4BED6A3C-BDDB-F03D-B7D0-D1CA0D5868C2}"/>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E075CDA-A56F-1025-8F80-24FEA0AC9F6F}"/>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1968870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D4DE2DE1-3D0A-7DE0-332F-E82ED40825DA}"/>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3" name="Segnaposto piè di pagina 2">
            <a:extLst>
              <a:ext uri="{FF2B5EF4-FFF2-40B4-BE49-F238E27FC236}">
                <a16:creationId xmlns:a16="http://schemas.microsoft.com/office/drawing/2014/main" id="{42E6031A-CCB4-EF93-C1D2-A03270CF6F77}"/>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3AE91C20-32D5-AAC6-36B1-8FD32D9C602C}"/>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732463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B66816C-1611-CBEC-693A-66A6BF469046}"/>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E5E11BB-4C2E-08D7-F277-8FC20FC654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9F8F4F8-E429-B488-88BF-7321978EA6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1546B6E3-05AD-840F-3A99-42E249ED6827}"/>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6" name="Segnaposto piè di pagina 5">
            <a:extLst>
              <a:ext uri="{FF2B5EF4-FFF2-40B4-BE49-F238E27FC236}">
                <a16:creationId xmlns:a16="http://schemas.microsoft.com/office/drawing/2014/main" id="{E8EA24ED-088F-7081-5108-08EA18AC482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E04F014-44D2-5D7F-C7FE-D425F592E9AF}"/>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477531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A11DDC-ADE6-F67B-8403-6347406345DA}"/>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3BB1DAF1-2F7F-D458-EAEC-91456E3EDE7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3C8F8412-ED2A-6C67-4AE6-266BE9AA61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80D20343-C934-463B-1D95-9B5D17739E3D}"/>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6" name="Segnaposto piè di pagina 5">
            <a:extLst>
              <a:ext uri="{FF2B5EF4-FFF2-40B4-BE49-F238E27FC236}">
                <a16:creationId xmlns:a16="http://schemas.microsoft.com/office/drawing/2014/main" id="{84DDA22C-3EBF-C423-9395-976E8FE268A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0764BB8-53DE-7DDF-8DB6-E21857AD8EBB}"/>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603699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ED9963F-250A-86AE-D6DB-022198795E95}"/>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4E3B35C-5929-7C27-4D1B-B441A39AF2B0}"/>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08A6512-AC92-25A2-AFDB-E2931B98CBAC}"/>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5" name="Segnaposto piè di pagina 4">
            <a:extLst>
              <a:ext uri="{FF2B5EF4-FFF2-40B4-BE49-F238E27FC236}">
                <a16:creationId xmlns:a16="http://schemas.microsoft.com/office/drawing/2014/main" id="{57AFB7B3-64BD-42C4-9753-02B1FAC424D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717692C-0828-4F96-76C6-43D71FE6EBD0}"/>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4141073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03D774C2-1E74-FDC8-7F30-6AD36F2F7975}"/>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547C050-4FD4-D012-FF5D-FA9BB6A3E6F3}"/>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8235120-8EC1-50CD-A556-E14B6941B992}"/>
              </a:ext>
            </a:extLst>
          </p:cNvPr>
          <p:cNvSpPr>
            <a:spLocks noGrp="1"/>
          </p:cNvSpPr>
          <p:nvPr>
            <p:ph type="dt" sz="half" idx="10"/>
          </p:nvPr>
        </p:nvSpPr>
        <p:spPr/>
        <p:txBody>
          <a:bodyPr/>
          <a:lstStyle/>
          <a:p>
            <a:fld id="{D9317F8C-5589-4FBB-B34E-43D8CA72927B}" type="datetimeFigureOut">
              <a:rPr lang="it-IT" smtClean="0"/>
              <a:t>17/10/2026</a:t>
            </a:fld>
            <a:endParaRPr lang="it-IT"/>
          </a:p>
        </p:txBody>
      </p:sp>
      <p:sp>
        <p:nvSpPr>
          <p:cNvPr id="5" name="Segnaposto piè di pagina 4">
            <a:extLst>
              <a:ext uri="{FF2B5EF4-FFF2-40B4-BE49-F238E27FC236}">
                <a16:creationId xmlns:a16="http://schemas.microsoft.com/office/drawing/2014/main" id="{AB7B54B3-4F48-9602-5F26-C7E51597D6B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E552292-0B83-FB5D-FDE9-69A987E4C114}"/>
              </a:ext>
            </a:extLst>
          </p:cNvPr>
          <p:cNvSpPr>
            <a:spLocks noGrp="1"/>
          </p:cNvSpPr>
          <p:nvPr>
            <p:ph type="sldNum" sz="quarter" idx="12"/>
          </p:nvPr>
        </p:nvSpPr>
        <p:spPr/>
        <p:txBody>
          <a:bodyPr/>
          <a:lstStyle/>
          <a:p>
            <a:fld id="{3B99E495-C49D-472F-94FC-A4AFFC5F0710}" type="slidenum">
              <a:rPr lang="it-IT" smtClean="0"/>
              <a:t>‹#›</a:t>
            </a:fld>
            <a:endParaRPr lang="it-IT"/>
          </a:p>
        </p:txBody>
      </p:sp>
    </p:spTree>
    <p:extLst>
      <p:ext uri="{BB962C8B-B14F-4D97-AF65-F5344CB8AC3E}">
        <p14:creationId xmlns:p14="http://schemas.microsoft.com/office/powerpoint/2010/main" val="1001241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1814A8FB-AC8B-F18A-C11D-607F9C71CA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4740475-97BD-0DE3-A71B-C8C7907DCA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F1EF435-C6C9-A8B3-574A-8DC06D6BEA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317F8C-5589-4FBB-B34E-43D8CA72927B}" type="datetimeFigureOut">
              <a:rPr lang="it-IT" smtClean="0"/>
              <a:t>17/10/2026</a:t>
            </a:fld>
            <a:endParaRPr lang="it-IT"/>
          </a:p>
        </p:txBody>
      </p:sp>
      <p:sp>
        <p:nvSpPr>
          <p:cNvPr id="5" name="Segnaposto piè di pagina 4">
            <a:extLst>
              <a:ext uri="{FF2B5EF4-FFF2-40B4-BE49-F238E27FC236}">
                <a16:creationId xmlns:a16="http://schemas.microsoft.com/office/drawing/2014/main" id="{92EB9046-CD4F-5C87-E512-2CAE97580A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B3117D93-AAF7-FD9A-AE71-6C51E22B7E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99E495-C49D-472F-94FC-A4AFFC5F0710}" type="slidenum">
              <a:rPr lang="it-IT" smtClean="0"/>
              <a:t>‹#›</a:t>
            </a:fld>
            <a:endParaRPr lang="it-IT"/>
          </a:p>
        </p:txBody>
      </p:sp>
    </p:spTree>
    <p:extLst>
      <p:ext uri="{BB962C8B-B14F-4D97-AF65-F5344CB8AC3E}">
        <p14:creationId xmlns:p14="http://schemas.microsoft.com/office/powerpoint/2010/main" val="1184205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EBA66C-C4F8-D47A-0232-1858872B2D6F}"/>
              </a:ext>
            </a:extLst>
          </p:cNvPr>
          <p:cNvSpPr/>
          <p:nvPr/>
        </p:nvSpPr>
        <p:spPr>
          <a:xfrm>
            <a:off x="-5816" y="3629024"/>
            <a:ext cx="12197816" cy="3228975"/>
          </a:xfrm>
          <a:prstGeom prst="rect">
            <a:avLst/>
          </a:prstGeom>
          <a:solidFill>
            <a:srgbClr val="F0E199"/>
          </a:solidFill>
          <a:ln>
            <a:solidFill>
              <a:srgbClr val="F0E1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A4D8EE2-5B3C-F7A3-F253-7EE2D54664B9}"/>
              </a:ext>
            </a:extLst>
          </p:cNvPr>
          <p:cNvSpPr/>
          <p:nvPr/>
        </p:nvSpPr>
        <p:spPr>
          <a:xfrm>
            <a:off x="-5816" y="-1"/>
            <a:ext cx="12197816" cy="1743075"/>
          </a:xfrm>
          <a:prstGeom prst="rect">
            <a:avLst/>
          </a:prstGeom>
          <a:solidFill>
            <a:srgbClr val="09124F"/>
          </a:solidFill>
          <a:ln>
            <a:solidFill>
              <a:srgbClr val="0912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CD87135-47F3-89AD-86F8-370BCB8C6162}"/>
              </a:ext>
            </a:extLst>
          </p:cNvPr>
          <p:cNvPicPr>
            <a:picLocks noChangeAspect="1"/>
          </p:cNvPicPr>
          <p:nvPr/>
        </p:nvPicPr>
        <p:blipFill>
          <a:blip r:embed="rId2"/>
          <a:stretch>
            <a:fillRect/>
          </a:stretch>
        </p:blipFill>
        <p:spPr>
          <a:xfrm>
            <a:off x="-5816" y="1392555"/>
            <a:ext cx="12197816" cy="2952749"/>
          </a:xfrm>
          <a:prstGeom prst="rect">
            <a:avLst/>
          </a:prstGeom>
        </p:spPr>
      </p:pic>
      <p:sp>
        <p:nvSpPr>
          <p:cNvPr id="5" name="CasellaDiTesto 6">
            <a:extLst>
              <a:ext uri="{FF2B5EF4-FFF2-40B4-BE49-F238E27FC236}">
                <a16:creationId xmlns:a16="http://schemas.microsoft.com/office/drawing/2014/main" id="{F743BB68-D4D3-784D-8012-9422C940871E}"/>
              </a:ext>
            </a:extLst>
          </p:cNvPr>
          <p:cNvSpPr txBox="1"/>
          <p:nvPr/>
        </p:nvSpPr>
        <p:spPr>
          <a:xfrm>
            <a:off x="8702040" y="5071566"/>
            <a:ext cx="3152165" cy="1200329"/>
          </a:xfrm>
          <a:prstGeom prst="rect">
            <a:avLst/>
          </a:prstGeom>
          <a:noFill/>
          <a:ln w="25400">
            <a:noFill/>
          </a:ln>
        </p:spPr>
        <p:txBody>
          <a:bodyPr wrap="square" rtlCol="0">
            <a:spAutoFit/>
          </a:bodyPr>
          <a:lstStyle/>
          <a:p>
            <a:r>
              <a:rPr lang="it-IT" sz="2400" b="1" dirty="0">
                <a:solidFill>
                  <a:srgbClr val="09124F"/>
                </a:solidFill>
              </a:rPr>
              <a:t>MAURO FRAGALE</a:t>
            </a:r>
          </a:p>
          <a:p>
            <a:r>
              <a:rPr lang="it-IT" sz="2400" b="1" dirty="0">
                <a:solidFill>
                  <a:srgbClr val="09124F"/>
                </a:solidFill>
              </a:rPr>
              <a:t>21/10/2026</a:t>
            </a:r>
          </a:p>
          <a:p>
            <a:r>
              <a:rPr lang="it-IT" sz="2400" b="1" dirty="0">
                <a:solidFill>
                  <a:srgbClr val="09124F"/>
                </a:solidFill>
              </a:rPr>
              <a:t>DAPT29</a:t>
            </a:r>
          </a:p>
        </p:txBody>
      </p:sp>
      <p:sp>
        <p:nvSpPr>
          <p:cNvPr id="9" name="Rectangle 8">
            <a:extLst>
              <a:ext uri="{FF2B5EF4-FFF2-40B4-BE49-F238E27FC236}">
                <a16:creationId xmlns:a16="http://schemas.microsoft.com/office/drawing/2014/main" id="{8C4861AF-8F91-B146-33B7-8CB1694F7E3D}"/>
              </a:ext>
            </a:extLst>
          </p:cNvPr>
          <p:cNvSpPr/>
          <p:nvPr/>
        </p:nvSpPr>
        <p:spPr>
          <a:xfrm>
            <a:off x="5546651" y="1605516"/>
            <a:ext cx="6478772" cy="803852"/>
          </a:xfrm>
          <a:prstGeom prst="rect">
            <a:avLst/>
          </a:prstGeom>
          <a:solidFill>
            <a:srgbClr val="09124F"/>
          </a:solidFill>
          <a:ln>
            <a:solidFill>
              <a:srgbClr val="0912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3300D54-9CEA-06EB-138A-5321466431B0}"/>
              </a:ext>
            </a:extLst>
          </p:cNvPr>
          <p:cNvPicPr>
            <a:picLocks noChangeAspect="1"/>
          </p:cNvPicPr>
          <p:nvPr/>
        </p:nvPicPr>
        <p:blipFill>
          <a:blip r:embed="rId2"/>
          <a:srcRect l="45520" b="64461"/>
          <a:stretch>
            <a:fillRect/>
          </a:stretch>
        </p:blipFill>
        <p:spPr>
          <a:xfrm>
            <a:off x="5419058" y="795818"/>
            <a:ext cx="6645349" cy="1049389"/>
          </a:xfrm>
          <a:prstGeom prst="rect">
            <a:avLst/>
          </a:prstGeom>
        </p:spPr>
      </p:pic>
    </p:spTree>
    <p:extLst>
      <p:ext uri="{BB962C8B-B14F-4D97-AF65-F5344CB8AC3E}">
        <p14:creationId xmlns:p14="http://schemas.microsoft.com/office/powerpoint/2010/main" val="3718626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23D06-7959-BFF6-A15C-06BD72CE1C3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0806C39-0C80-F905-47E3-68635D2F6EF4}"/>
              </a:ext>
            </a:extLst>
          </p:cNvPr>
          <p:cNvSpPr/>
          <p:nvPr/>
        </p:nvSpPr>
        <p:spPr>
          <a:xfrm flipH="1">
            <a:off x="-5816" y="0"/>
            <a:ext cx="12197816" cy="6858000"/>
          </a:xfrm>
          <a:prstGeom prst="rect">
            <a:avLst/>
          </a:prstGeom>
          <a:solidFill>
            <a:srgbClr val="09124F"/>
          </a:solidFill>
          <a:ln>
            <a:solidFill>
              <a:srgbClr val="0912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E31FEA95-BC1A-2405-8533-D605488DB021}"/>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backgroundRemoval t="9609" b="97509" l="3800" r="96400">
                        <a14:foregroundMark x1="6000" y1="87544" x2="8100" y2="70463"/>
                        <a14:foregroundMark x1="8100" y1="70463" x2="23200" y2="75089"/>
                        <a14:foregroundMark x1="23200" y1="75089" x2="29600" y2="68505"/>
                        <a14:foregroundMark x1="29600" y1="68505" x2="73400" y2="84698"/>
                        <a14:foregroundMark x1="73400" y1="84698" x2="88100" y2="78826"/>
                        <a14:foregroundMark x1="88100" y1="78826" x2="92300" y2="66548"/>
                        <a14:foregroundMark x1="92300" y1="66548" x2="91700" y2="51068"/>
                        <a14:foregroundMark x1="91700" y1="51068" x2="93900" y2="33986"/>
                        <a14:foregroundMark x1="27000" y1="66370" x2="12600" y2="62100"/>
                        <a14:foregroundMark x1="12600" y1="62100" x2="5700" y2="74199"/>
                        <a14:foregroundMark x1="5700" y1="74199" x2="16400" y2="97153"/>
                        <a14:foregroundMark x1="16400" y1="97153" x2="25100" y2="96797"/>
                        <a14:foregroundMark x1="25100" y1="96797" x2="52700" y2="98221"/>
                        <a14:foregroundMark x1="52700" y1="98221" x2="64400" y2="90214"/>
                        <a14:foregroundMark x1="64400" y1="90214" x2="52900" y2="70996"/>
                        <a14:foregroundMark x1="52900" y1="70996" x2="35200" y2="63345"/>
                        <a14:foregroundMark x1="20100" y1="79181" x2="38700" y2="85587"/>
                        <a14:foregroundMark x1="38700" y1="85587" x2="25100" y2="89680"/>
                        <a14:foregroundMark x1="25100" y1="89680" x2="35100" y2="86299"/>
                        <a14:foregroundMark x1="35100" y1="86299" x2="30000" y2="77580"/>
                        <a14:foregroundMark x1="30000" y1="77580" x2="21200" y2="71174"/>
                        <a14:foregroundMark x1="21200" y1="71174" x2="7900" y2="69395"/>
                        <a14:foregroundMark x1="7900" y1="69395" x2="5700" y2="80961"/>
                        <a14:foregroundMark x1="5700" y1="80961" x2="8800" y2="97331"/>
                        <a14:foregroundMark x1="8800" y1="97331" x2="31500" y2="92349"/>
                        <a14:foregroundMark x1="31500" y1="92349" x2="39800" y2="95196"/>
                        <a14:foregroundMark x1="39800" y1="95196" x2="55600" y2="92705"/>
                        <a14:foregroundMark x1="55600" y1="92705" x2="93300" y2="94306"/>
                        <a14:foregroundMark x1="93300" y1="94306" x2="96400" y2="38078"/>
                        <a14:foregroundMark x1="96400" y1="38078" x2="92300" y2="28292"/>
                        <a14:foregroundMark x1="96000" y1="12456" x2="88100" y2="14235"/>
                        <a14:foregroundMark x1="88100" y1="14235" x2="94800" y2="17972"/>
                        <a14:foregroundMark x1="94800" y1="17972" x2="97800" y2="65658"/>
                        <a14:foregroundMark x1="97800" y1="65658" x2="96800" y2="82028"/>
                        <a14:foregroundMark x1="96800" y1="82028" x2="84500" y2="98043"/>
                        <a14:foregroundMark x1="84500" y1="98043" x2="13900" y2="95552"/>
                        <a14:foregroundMark x1="13900" y1="95552" x2="5000" y2="87900"/>
                        <a14:foregroundMark x1="5000" y1="87900" x2="3800" y2="69929"/>
                        <a14:foregroundMark x1="3800" y1="69929" x2="5100" y2="97509"/>
                      </a14:backgroundRemoval>
                    </a14:imgEffect>
                    <a14:imgEffect>
                      <a14:colorTemperature colorTemp="7200"/>
                    </a14:imgEffect>
                  </a14:imgLayer>
                </a14:imgProps>
              </a:ext>
            </a:extLst>
          </a:blip>
          <a:stretch>
            <a:fillRect/>
          </a:stretch>
        </p:blipFill>
        <p:spPr>
          <a:xfrm flipH="1">
            <a:off x="-122042" y="2907034"/>
            <a:ext cx="7030188" cy="3950966"/>
          </a:xfrm>
          <a:prstGeom prst="rect">
            <a:avLst/>
          </a:prstGeom>
        </p:spPr>
      </p:pic>
      <p:sp>
        <p:nvSpPr>
          <p:cNvPr id="18" name="Rectangle 17">
            <a:extLst>
              <a:ext uri="{FF2B5EF4-FFF2-40B4-BE49-F238E27FC236}">
                <a16:creationId xmlns:a16="http://schemas.microsoft.com/office/drawing/2014/main" id="{503D9818-D898-E349-17C7-6A30CD09E2A8}"/>
              </a:ext>
            </a:extLst>
          </p:cNvPr>
          <p:cNvSpPr/>
          <p:nvPr/>
        </p:nvSpPr>
        <p:spPr>
          <a:xfrm flipH="1">
            <a:off x="2908549" y="0"/>
            <a:ext cx="4003289" cy="6858000"/>
          </a:xfrm>
          <a:prstGeom prst="rect">
            <a:avLst/>
          </a:prstGeom>
          <a:gradFill flip="none" rotWithShape="1">
            <a:gsLst>
              <a:gs pos="0">
                <a:srgbClr val="09124F"/>
              </a:gs>
              <a:gs pos="100000">
                <a:srgbClr val="09124F">
                  <a:alpha val="0"/>
                </a:srgbClr>
              </a:gs>
            </a:gsLst>
            <a:lin ang="0" scaled="1"/>
            <a:tileRect/>
          </a:gradFill>
          <a:ln>
            <a:solidFill>
              <a:srgbClr val="0912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sellaDiTesto 4">
            <a:extLst>
              <a:ext uri="{FF2B5EF4-FFF2-40B4-BE49-F238E27FC236}">
                <a16:creationId xmlns:a16="http://schemas.microsoft.com/office/drawing/2014/main" id="{2BE10F6B-D692-D634-382D-79D43268173D}"/>
              </a:ext>
            </a:extLst>
          </p:cNvPr>
          <p:cNvSpPr txBox="1"/>
          <p:nvPr/>
        </p:nvSpPr>
        <p:spPr>
          <a:xfrm>
            <a:off x="0" y="197768"/>
            <a:ext cx="12192000" cy="584775"/>
          </a:xfrm>
          <a:prstGeom prst="rect">
            <a:avLst/>
          </a:prstGeom>
          <a:noFill/>
        </p:spPr>
        <p:txBody>
          <a:bodyPr wrap="square" rtlCol="0">
            <a:spAutoFit/>
          </a:bodyPr>
          <a:lstStyle/>
          <a:p>
            <a:r>
              <a:rPr lang="it-IT" sz="3200" b="1" dirty="0">
                <a:solidFill>
                  <a:srgbClr val="F0E199"/>
                </a:solidFill>
              </a:rPr>
              <a:t>    THE SCENARIO</a:t>
            </a:r>
          </a:p>
        </p:txBody>
      </p:sp>
      <p:sp>
        <p:nvSpPr>
          <p:cNvPr id="10" name="CasellaDiTesto 12">
            <a:extLst>
              <a:ext uri="{FF2B5EF4-FFF2-40B4-BE49-F238E27FC236}">
                <a16:creationId xmlns:a16="http://schemas.microsoft.com/office/drawing/2014/main" id="{8C802625-118E-07C6-C30E-058428B243D7}"/>
              </a:ext>
            </a:extLst>
          </p:cNvPr>
          <p:cNvSpPr txBox="1"/>
          <p:nvPr/>
        </p:nvSpPr>
        <p:spPr>
          <a:xfrm>
            <a:off x="2704011" y="1241571"/>
            <a:ext cx="8921932" cy="3970318"/>
          </a:xfrm>
          <a:prstGeom prst="rect">
            <a:avLst/>
          </a:prstGeom>
          <a:noFill/>
          <a:ln w="25400">
            <a:noFill/>
          </a:ln>
        </p:spPr>
        <p:txBody>
          <a:bodyPr wrap="square" rtlCol="0">
            <a:spAutoFit/>
          </a:bodyPr>
          <a:lstStyle/>
          <a:p>
            <a:pPr algn="just"/>
            <a:r>
              <a:rPr lang="en-US" dirty="0">
                <a:solidFill>
                  <a:schemeClr val="bg1"/>
                </a:solidFill>
              </a:rPr>
              <a:t>This project imagines an advisory consultant collaborating with a </a:t>
            </a:r>
            <a:r>
              <a:rPr lang="en-US" b="1" dirty="0">
                <a:solidFill>
                  <a:srgbClr val="F0E199"/>
                </a:solidFill>
              </a:rPr>
              <a:t>public lighting and road safety corporation</a:t>
            </a:r>
            <a:r>
              <a:rPr lang="en-US" dirty="0">
                <a:solidFill>
                  <a:schemeClr val="bg1"/>
                </a:solidFill>
              </a:rPr>
              <a:t>.</a:t>
            </a:r>
          </a:p>
          <a:p>
            <a:pPr algn="just"/>
            <a:endParaRPr lang="en-US" dirty="0">
              <a:solidFill>
                <a:schemeClr val="bg1"/>
              </a:solidFill>
            </a:endParaRPr>
          </a:p>
          <a:p>
            <a:pPr algn="just"/>
            <a:r>
              <a:rPr lang="en-US" dirty="0">
                <a:solidFill>
                  <a:schemeClr val="bg1"/>
                </a:solidFill>
              </a:rPr>
              <a:t>The objective is that of identifying the Italian municipalities with the highest concentration of traffic accidents in order to address </a:t>
            </a:r>
            <a:r>
              <a:rPr lang="en-US" b="1" dirty="0">
                <a:solidFill>
                  <a:srgbClr val="F0E199"/>
                </a:solidFill>
              </a:rPr>
              <a:t>nighttime or low-visibility safety issues </a:t>
            </a:r>
            <a:r>
              <a:rPr lang="en-US" dirty="0">
                <a:solidFill>
                  <a:schemeClr val="bg1"/>
                </a:solidFill>
              </a:rPr>
              <a:t>by strategically allocating grants for public lighting upgrades.</a:t>
            </a:r>
          </a:p>
          <a:p>
            <a:pPr algn="just"/>
            <a:endParaRPr lang="en-US" dirty="0">
              <a:solidFill>
                <a:schemeClr val="bg1"/>
              </a:solidFill>
            </a:endParaRPr>
          </a:p>
          <a:p>
            <a:pPr algn="just"/>
            <a:r>
              <a:rPr lang="en-US" dirty="0">
                <a:solidFill>
                  <a:schemeClr val="bg1"/>
                </a:solidFill>
              </a:rPr>
              <a:t>Data is automatically fetched from the ISTAT APIs, merged with SITUAS sources on population, and normalized into pro </a:t>
            </a:r>
            <a:r>
              <a:rPr lang="en-US" dirty="0" err="1">
                <a:solidFill>
                  <a:schemeClr val="bg1"/>
                </a:solidFill>
              </a:rPr>
              <a:t>capite</a:t>
            </a:r>
            <a:r>
              <a:rPr lang="en-US" dirty="0">
                <a:solidFill>
                  <a:schemeClr val="bg1"/>
                </a:solidFill>
              </a:rPr>
              <a:t> rates to ensure </a:t>
            </a:r>
            <a:r>
              <a:rPr lang="en-US" b="1" dirty="0">
                <a:solidFill>
                  <a:srgbClr val="F0E199"/>
                </a:solidFill>
              </a:rPr>
              <a:t>fair comparison </a:t>
            </a:r>
            <a:r>
              <a:rPr lang="en-US" dirty="0">
                <a:solidFill>
                  <a:schemeClr val="bg1"/>
                </a:solidFill>
              </a:rPr>
              <a:t>across urban and rural settings alike.</a:t>
            </a:r>
          </a:p>
          <a:p>
            <a:pPr algn="just"/>
            <a:endParaRPr lang="en-US" dirty="0">
              <a:solidFill>
                <a:schemeClr val="bg1"/>
              </a:solidFill>
            </a:endParaRPr>
          </a:p>
          <a:p>
            <a:pPr algn="just"/>
            <a:r>
              <a:rPr lang="en-US" dirty="0">
                <a:solidFill>
                  <a:schemeClr val="bg1"/>
                </a:solidFill>
              </a:rPr>
              <a:t>Moreover, a </a:t>
            </a:r>
            <a:r>
              <a:rPr lang="en-US" b="1" dirty="0">
                <a:solidFill>
                  <a:srgbClr val="F0E199"/>
                </a:solidFill>
              </a:rPr>
              <a:t>forecasting of 2030 accident rates </a:t>
            </a:r>
            <a:r>
              <a:rPr lang="en-US" dirty="0">
                <a:solidFill>
                  <a:schemeClr val="bg1"/>
                </a:solidFill>
              </a:rPr>
              <a:t>via an unsupervised learning model is employed to isolate the cities where the largest increase in accidents is expected, so that such municipalities can be the primary target of the public lighting improvement project.</a:t>
            </a:r>
            <a:endParaRPr lang="it-IT" dirty="0">
              <a:solidFill>
                <a:schemeClr val="bg1"/>
              </a:solidFill>
            </a:endParaRPr>
          </a:p>
        </p:txBody>
      </p:sp>
    </p:spTree>
    <p:extLst>
      <p:ext uri="{BB962C8B-B14F-4D97-AF65-F5344CB8AC3E}">
        <p14:creationId xmlns:p14="http://schemas.microsoft.com/office/powerpoint/2010/main" val="2927487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370202B-1618-2A6D-313E-0262A09F615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7E415C2-2CB8-5032-C14F-2FFA92245F26}"/>
              </a:ext>
            </a:extLst>
          </p:cNvPr>
          <p:cNvSpPr/>
          <p:nvPr/>
        </p:nvSpPr>
        <p:spPr>
          <a:xfrm>
            <a:off x="-5816" y="0"/>
            <a:ext cx="12197816" cy="6858000"/>
          </a:xfrm>
          <a:prstGeom prst="rect">
            <a:avLst/>
          </a:prstGeom>
          <a:solidFill>
            <a:srgbClr val="09124F"/>
          </a:solidFill>
          <a:ln>
            <a:solidFill>
              <a:srgbClr val="0912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59679B74-6020-58E0-BF26-72554BCE1F13}"/>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backgroundRemoval t="9609" b="97509" l="3800" r="96400">
                        <a14:foregroundMark x1="6000" y1="87544" x2="8100" y2="70463"/>
                        <a14:foregroundMark x1="8100" y1="70463" x2="23200" y2="75089"/>
                        <a14:foregroundMark x1="23200" y1="75089" x2="29600" y2="68505"/>
                        <a14:foregroundMark x1="29600" y1="68505" x2="73400" y2="84698"/>
                        <a14:foregroundMark x1="73400" y1="84698" x2="88100" y2="78826"/>
                        <a14:foregroundMark x1="88100" y1="78826" x2="92300" y2="66548"/>
                        <a14:foregroundMark x1="92300" y1="66548" x2="91700" y2="51068"/>
                        <a14:foregroundMark x1="91700" y1="51068" x2="93900" y2="33986"/>
                        <a14:foregroundMark x1="27000" y1="66370" x2="12600" y2="62100"/>
                        <a14:foregroundMark x1="12600" y1="62100" x2="5700" y2="74199"/>
                        <a14:foregroundMark x1="5700" y1="74199" x2="16400" y2="97153"/>
                        <a14:foregroundMark x1="16400" y1="97153" x2="25100" y2="96797"/>
                        <a14:foregroundMark x1="25100" y1="96797" x2="52700" y2="98221"/>
                        <a14:foregroundMark x1="52700" y1="98221" x2="64400" y2="90214"/>
                        <a14:foregroundMark x1="64400" y1="90214" x2="52900" y2="70996"/>
                        <a14:foregroundMark x1="52900" y1="70996" x2="35200" y2="63345"/>
                        <a14:foregroundMark x1="20100" y1="79181" x2="38700" y2="85587"/>
                        <a14:foregroundMark x1="38700" y1="85587" x2="25100" y2="89680"/>
                        <a14:foregroundMark x1="25100" y1="89680" x2="35100" y2="86299"/>
                        <a14:foregroundMark x1="35100" y1="86299" x2="30000" y2="77580"/>
                        <a14:foregroundMark x1="30000" y1="77580" x2="21200" y2="71174"/>
                        <a14:foregroundMark x1="21200" y1="71174" x2="7900" y2="69395"/>
                        <a14:foregroundMark x1="7900" y1="69395" x2="5700" y2="80961"/>
                        <a14:foregroundMark x1="5700" y1="80961" x2="8800" y2="97331"/>
                        <a14:foregroundMark x1="8800" y1="97331" x2="31500" y2="92349"/>
                        <a14:foregroundMark x1="31500" y1="92349" x2="39800" y2="95196"/>
                        <a14:foregroundMark x1="39800" y1="95196" x2="55600" y2="92705"/>
                        <a14:foregroundMark x1="55600" y1="92705" x2="93300" y2="94306"/>
                        <a14:foregroundMark x1="93300" y1="94306" x2="96400" y2="38078"/>
                        <a14:foregroundMark x1="96400" y1="38078" x2="92300" y2="28292"/>
                        <a14:foregroundMark x1="96000" y1="12456" x2="88100" y2="14235"/>
                        <a14:foregroundMark x1="88100" y1="14235" x2="94800" y2="17972"/>
                        <a14:foregroundMark x1="94800" y1="17972" x2="97800" y2="65658"/>
                        <a14:foregroundMark x1="97800" y1="65658" x2="96800" y2="82028"/>
                        <a14:foregroundMark x1="96800" y1="82028" x2="84500" y2="98043"/>
                        <a14:foregroundMark x1="84500" y1="98043" x2="13900" y2="95552"/>
                        <a14:foregroundMark x1="13900" y1="95552" x2="5000" y2="87900"/>
                        <a14:foregroundMark x1="5000" y1="87900" x2="3800" y2="69929"/>
                        <a14:foregroundMark x1="3800" y1="69929" x2="5100" y2="97509"/>
                      </a14:backgroundRemoval>
                    </a14:imgEffect>
                    <a14:imgEffect>
                      <a14:colorTemperature colorTemp="7200"/>
                    </a14:imgEffect>
                  </a14:imgLayer>
                </a14:imgProps>
              </a:ext>
            </a:extLst>
          </a:blip>
          <a:stretch>
            <a:fillRect/>
          </a:stretch>
        </p:blipFill>
        <p:spPr>
          <a:xfrm>
            <a:off x="5207617" y="2907034"/>
            <a:ext cx="7030188" cy="3950966"/>
          </a:xfrm>
          <a:prstGeom prst="rect">
            <a:avLst/>
          </a:prstGeom>
        </p:spPr>
      </p:pic>
      <p:sp>
        <p:nvSpPr>
          <p:cNvPr id="18" name="Rectangle 17">
            <a:extLst>
              <a:ext uri="{FF2B5EF4-FFF2-40B4-BE49-F238E27FC236}">
                <a16:creationId xmlns:a16="http://schemas.microsoft.com/office/drawing/2014/main" id="{F9287376-E250-7B46-43BD-CBCDE433EA73}"/>
              </a:ext>
            </a:extLst>
          </p:cNvPr>
          <p:cNvSpPr/>
          <p:nvPr/>
        </p:nvSpPr>
        <p:spPr>
          <a:xfrm>
            <a:off x="5207615" y="0"/>
            <a:ext cx="4003289" cy="6858000"/>
          </a:xfrm>
          <a:prstGeom prst="rect">
            <a:avLst/>
          </a:prstGeom>
          <a:gradFill flip="none" rotWithShape="1">
            <a:gsLst>
              <a:gs pos="0">
                <a:srgbClr val="09124F"/>
              </a:gs>
              <a:gs pos="100000">
                <a:srgbClr val="09124F">
                  <a:alpha val="0"/>
                </a:srgbClr>
              </a:gs>
            </a:gsLst>
            <a:lin ang="0" scaled="1"/>
            <a:tileRect/>
          </a:gradFill>
          <a:ln>
            <a:solidFill>
              <a:srgbClr val="0912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onnettore 2 26">
            <a:extLst>
              <a:ext uri="{FF2B5EF4-FFF2-40B4-BE49-F238E27FC236}">
                <a16:creationId xmlns:a16="http://schemas.microsoft.com/office/drawing/2014/main" id="{50204D1A-2BA6-17F3-791B-279B937EE409}"/>
              </a:ext>
            </a:extLst>
          </p:cNvPr>
          <p:cNvCxnSpPr/>
          <p:nvPr/>
        </p:nvCxnSpPr>
        <p:spPr>
          <a:xfrm>
            <a:off x="1532257" y="925418"/>
            <a:ext cx="0" cy="5717755"/>
          </a:xfrm>
          <a:prstGeom prst="straightConnector1">
            <a:avLst/>
          </a:prstGeom>
          <a:ln w="53975" cap="flat" cmpd="sng" algn="ctr">
            <a:solidFill>
              <a:srgbClr val="F0E199"/>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CasellaDiTesto 4">
            <a:extLst>
              <a:ext uri="{FF2B5EF4-FFF2-40B4-BE49-F238E27FC236}">
                <a16:creationId xmlns:a16="http://schemas.microsoft.com/office/drawing/2014/main" id="{29579E96-1272-A62A-1BDC-6C18F6519339}"/>
              </a:ext>
            </a:extLst>
          </p:cNvPr>
          <p:cNvSpPr txBox="1"/>
          <p:nvPr/>
        </p:nvSpPr>
        <p:spPr>
          <a:xfrm>
            <a:off x="0" y="197768"/>
            <a:ext cx="12192000" cy="584775"/>
          </a:xfrm>
          <a:prstGeom prst="rect">
            <a:avLst/>
          </a:prstGeom>
          <a:noFill/>
        </p:spPr>
        <p:txBody>
          <a:bodyPr wrap="square" rtlCol="0">
            <a:spAutoFit/>
          </a:bodyPr>
          <a:lstStyle/>
          <a:p>
            <a:r>
              <a:rPr lang="it-IT" sz="3200" b="1" dirty="0">
                <a:solidFill>
                  <a:srgbClr val="F0E199"/>
                </a:solidFill>
              </a:rPr>
              <a:t>    DATA PIPELINE</a:t>
            </a:r>
          </a:p>
        </p:txBody>
      </p:sp>
      <p:sp>
        <p:nvSpPr>
          <p:cNvPr id="2" name="CasellaDiTesto 1">
            <a:extLst>
              <a:ext uri="{FF2B5EF4-FFF2-40B4-BE49-F238E27FC236}">
                <a16:creationId xmlns:a16="http://schemas.microsoft.com/office/drawing/2014/main" id="{C7FEF721-2BC8-DBD7-B178-2BC8579D9C4A}"/>
              </a:ext>
            </a:extLst>
          </p:cNvPr>
          <p:cNvSpPr txBox="1"/>
          <p:nvPr/>
        </p:nvSpPr>
        <p:spPr>
          <a:xfrm>
            <a:off x="440670" y="1120311"/>
            <a:ext cx="2183175" cy="646331"/>
          </a:xfrm>
          <a:prstGeom prst="rect">
            <a:avLst/>
          </a:prstGeom>
          <a:solidFill>
            <a:schemeClr val="bg1"/>
          </a:solidFill>
        </p:spPr>
        <p:txBody>
          <a:bodyPr wrap="square" rtlCol="0">
            <a:spAutoFit/>
          </a:bodyPr>
          <a:lstStyle/>
          <a:p>
            <a:pPr algn="ctr"/>
            <a:r>
              <a:rPr lang="it-IT" b="1" dirty="0"/>
              <a:t>DATA FROM</a:t>
            </a:r>
          </a:p>
          <a:p>
            <a:pPr algn="ctr"/>
            <a:r>
              <a:rPr lang="it-IT" b="1" dirty="0"/>
              <a:t>ISTAT</a:t>
            </a:r>
          </a:p>
        </p:txBody>
      </p:sp>
      <p:sp>
        <p:nvSpPr>
          <p:cNvPr id="4" name="CasellaDiTesto 3">
            <a:extLst>
              <a:ext uri="{FF2B5EF4-FFF2-40B4-BE49-F238E27FC236}">
                <a16:creationId xmlns:a16="http://schemas.microsoft.com/office/drawing/2014/main" id="{2263BA37-B360-4F7B-720B-C2FD471A699B}"/>
              </a:ext>
            </a:extLst>
          </p:cNvPr>
          <p:cNvSpPr txBox="1"/>
          <p:nvPr/>
        </p:nvSpPr>
        <p:spPr>
          <a:xfrm>
            <a:off x="440670" y="3768212"/>
            <a:ext cx="2183175" cy="646331"/>
          </a:xfrm>
          <a:prstGeom prst="rect">
            <a:avLst/>
          </a:prstGeom>
          <a:solidFill>
            <a:schemeClr val="bg1"/>
          </a:solidFill>
        </p:spPr>
        <p:txBody>
          <a:bodyPr wrap="square" rtlCol="0">
            <a:spAutoFit/>
          </a:bodyPr>
          <a:lstStyle/>
          <a:p>
            <a:pPr algn="ctr"/>
            <a:r>
              <a:rPr lang="it-IT" b="1" dirty="0"/>
              <a:t>DATA FROM</a:t>
            </a:r>
          </a:p>
          <a:p>
            <a:pPr algn="ctr"/>
            <a:r>
              <a:rPr lang="it-IT" b="1" dirty="0"/>
              <a:t>SITUAS</a:t>
            </a:r>
          </a:p>
        </p:txBody>
      </p:sp>
      <p:sp>
        <p:nvSpPr>
          <p:cNvPr id="7" name="CasellaDiTesto 6">
            <a:extLst>
              <a:ext uri="{FF2B5EF4-FFF2-40B4-BE49-F238E27FC236}">
                <a16:creationId xmlns:a16="http://schemas.microsoft.com/office/drawing/2014/main" id="{7F435CFB-0665-7039-880B-2A09BCDD8A47}"/>
              </a:ext>
            </a:extLst>
          </p:cNvPr>
          <p:cNvSpPr txBox="1"/>
          <p:nvPr/>
        </p:nvSpPr>
        <p:spPr>
          <a:xfrm>
            <a:off x="440670" y="2004039"/>
            <a:ext cx="2183175" cy="646331"/>
          </a:xfrm>
          <a:prstGeom prst="rect">
            <a:avLst/>
          </a:prstGeom>
          <a:solidFill>
            <a:srgbClr val="09124F"/>
          </a:solidFill>
          <a:ln w="25400">
            <a:solidFill>
              <a:schemeClr val="bg1"/>
            </a:solidFill>
          </a:ln>
        </p:spPr>
        <p:txBody>
          <a:bodyPr wrap="square" rtlCol="0">
            <a:spAutoFit/>
          </a:bodyPr>
          <a:lstStyle/>
          <a:p>
            <a:pPr algn="ctr"/>
            <a:r>
              <a:rPr lang="it-IT" b="1" dirty="0">
                <a:solidFill>
                  <a:schemeClr val="bg1"/>
                </a:solidFill>
              </a:rPr>
              <a:t>UNDERSTANDING DATA</a:t>
            </a:r>
          </a:p>
        </p:txBody>
      </p:sp>
      <p:sp>
        <p:nvSpPr>
          <p:cNvPr id="9" name="CasellaDiTesto 8">
            <a:extLst>
              <a:ext uri="{FF2B5EF4-FFF2-40B4-BE49-F238E27FC236}">
                <a16:creationId xmlns:a16="http://schemas.microsoft.com/office/drawing/2014/main" id="{02D90119-C09D-8E6C-682D-C5274B4FF3FA}"/>
              </a:ext>
            </a:extLst>
          </p:cNvPr>
          <p:cNvSpPr txBox="1">
            <a:spLocks/>
          </p:cNvSpPr>
          <p:nvPr/>
        </p:nvSpPr>
        <p:spPr>
          <a:xfrm>
            <a:off x="440670" y="2883430"/>
            <a:ext cx="2183175" cy="648000"/>
          </a:xfrm>
          <a:prstGeom prst="rect">
            <a:avLst/>
          </a:prstGeom>
          <a:solidFill>
            <a:srgbClr val="09124F"/>
          </a:solidFill>
          <a:ln w="25400">
            <a:solidFill>
              <a:schemeClr val="bg1"/>
            </a:solidFill>
          </a:ln>
        </p:spPr>
        <p:txBody>
          <a:bodyPr wrap="square" rtlCol="0" anchor="ctr">
            <a:spAutoFit/>
          </a:bodyPr>
          <a:lstStyle/>
          <a:p>
            <a:pPr algn="ctr"/>
            <a:r>
              <a:rPr lang="it-IT" b="1" dirty="0">
                <a:solidFill>
                  <a:schemeClr val="bg1"/>
                </a:solidFill>
              </a:rPr>
              <a:t>DATA CLEANING</a:t>
            </a:r>
          </a:p>
        </p:txBody>
      </p:sp>
      <p:sp>
        <p:nvSpPr>
          <p:cNvPr id="11" name="CasellaDiTesto 10">
            <a:extLst>
              <a:ext uri="{FF2B5EF4-FFF2-40B4-BE49-F238E27FC236}">
                <a16:creationId xmlns:a16="http://schemas.microsoft.com/office/drawing/2014/main" id="{D9E1970D-4C51-6992-1A90-80FBAAE6D908}"/>
              </a:ext>
            </a:extLst>
          </p:cNvPr>
          <p:cNvSpPr txBox="1">
            <a:spLocks/>
          </p:cNvSpPr>
          <p:nvPr/>
        </p:nvSpPr>
        <p:spPr>
          <a:xfrm>
            <a:off x="440671" y="4651325"/>
            <a:ext cx="2183175" cy="646331"/>
          </a:xfrm>
          <a:prstGeom prst="rect">
            <a:avLst/>
          </a:prstGeom>
          <a:solidFill>
            <a:srgbClr val="09124F"/>
          </a:solidFill>
          <a:ln w="25400">
            <a:solidFill>
              <a:schemeClr val="bg1"/>
            </a:solidFill>
          </a:ln>
        </p:spPr>
        <p:txBody>
          <a:bodyPr wrap="square" rtlCol="0" anchor="ctr">
            <a:spAutoFit/>
          </a:bodyPr>
          <a:lstStyle/>
          <a:p>
            <a:pPr algn="ctr"/>
            <a:r>
              <a:rPr lang="it-IT" b="1" dirty="0">
                <a:solidFill>
                  <a:schemeClr val="bg1"/>
                </a:solidFill>
              </a:rPr>
              <a:t>JOINING AND FINALIZING DATA</a:t>
            </a:r>
          </a:p>
        </p:txBody>
      </p:sp>
      <p:sp>
        <p:nvSpPr>
          <p:cNvPr id="13" name="CasellaDiTesto 12">
            <a:extLst>
              <a:ext uri="{FF2B5EF4-FFF2-40B4-BE49-F238E27FC236}">
                <a16:creationId xmlns:a16="http://schemas.microsoft.com/office/drawing/2014/main" id="{36CE4C3E-428F-5CA8-E572-15AFE2F025A1}"/>
              </a:ext>
            </a:extLst>
          </p:cNvPr>
          <p:cNvSpPr txBox="1"/>
          <p:nvPr/>
        </p:nvSpPr>
        <p:spPr>
          <a:xfrm>
            <a:off x="2763391" y="1262190"/>
            <a:ext cx="9189905" cy="369332"/>
          </a:xfrm>
          <a:prstGeom prst="rect">
            <a:avLst/>
          </a:prstGeom>
          <a:noFill/>
          <a:ln w="25400">
            <a:noFill/>
          </a:ln>
        </p:spPr>
        <p:txBody>
          <a:bodyPr wrap="square" rtlCol="0">
            <a:spAutoFit/>
          </a:bodyPr>
          <a:lstStyle/>
          <a:p>
            <a:r>
              <a:rPr lang="it-IT" dirty="0" err="1">
                <a:solidFill>
                  <a:schemeClr val="bg1"/>
                </a:solidFill>
              </a:rPr>
              <a:t>Downloaded</a:t>
            </a:r>
            <a:r>
              <a:rPr lang="it-IT" dirty="0">
                <a:solidFill>
                  <a:schemeClr val="bg1"/>
                </a:solidFill>
              </a:rPr>
              <a:t> data from the source via the </a:t>
            </a:r>
            <a:r>
              <a:rPr lang="it-IT" dirty="0" err="1">
                <a:solidFill>
                  <a:schemeClr val="bg1"/>
                </a:solidFill>
              </a:rPr>
              <a:t>requests</a:t>
            </a:r>
            <a:r>
              <a:rPr lang="it-IT" dirty="0">
                <a:solidFill>
                  <a:schemeClr val="bg1"/>
                </a:solidFill>
              </a:rPr>
              <a:t> </a:t>
            </a:r>
            <a:r>
              <a:rPr lang="it-IT" dirty="0" err="1">
                <a:solidFill>
                  <a:schemeClr val="bg1"/>
                </a:solidFill>
              </a:rPr>
              <a:t>module</a:t>
            </a:r>
            <a:r>
              <a:rPr lang="it-IT" dirty="0">
                <a:solidFill>
                  <a:schemeClr val="bg1"/>
                </a:solidFill>
              </a:rPr>
              <a:t>.</a:t>
            </a:r>
          </a:p>
        </p:txBody>
      </p:sp>
      <p:sp>
        <p:nvSpPr>
          <p:cNvPr id="15" name="CasellaDiTesto 14">
            <a:extLst>
              <a:ext uri="{FF2B5EF4-FFF2-40B4-BE49-F238E27FC236}">
                <a16:creationId xmlns:a16="http://schemas.microsoft.com/office/drawing/2014/main" id="{6B170402-0370-F935-815F-093E7A7FCCC3}"/>
              </a:ext>
            </a:extLst>
          </p:cNvPr>
          <p:cNvSpPr txBox="1"/>
          <p:nvPr/>
        </p:nvSpPr>
        <p:spPr>
          <a:xfrm>
            <a:off x="2763391" y="2144263"/>
            <a:ext cx="9189905" cy="369332"/>
          </a:xfrm>
          <a:prstGeom prst="rect">
            <a:avLst/>
          </a:prstGeom>
          <a:noFill/>
          <a:ln w="25400">
            <a:noFill/>
          </a:ln>
        </p:spPr>
        <p:txBody>
          <a:bodyPr wrap="square" rtlCol="0">
            <a:spAutoFit/>
          </a:bodyPr>
          <a:lstStyle/>
          <a:p>
            <a:r>
              <a:rPr lang="it-IT" dirty="0" err="1">
                <a:solidFill>
                  <a:schemeClr val="bg1"/>
                </a:solidFill>
              </a:rPr>
              <a:t>Analyzed</a:t>
            </a:r>
            <a:r>
              <a:rPr lang="it-IT" dirty="0">
                <a:solidFill>
                  <a:schemeClr val="bg1"/>
                </a:solidFill>
              </a:rPr>
              <a:t> the </a:t>
            </a:r>
            <a:r>
              <a:rPr lang="it-IT" dirty="0" err="1">
                <a:solidFill>
                  <a:schemeClr val="bg1"/>
                </a:solidFill>
              </a:rPr>
              <a:t>columns</a:t>
            </a:r>
            <a:r>
              <a:rPr lang="it-IT" dirty="0">
                <a:solidFill>
                  <a:schemeClr val="bg1"/>
                </a:solidFill>
              </a:rPr>
              <a:t>, </a:t>
            </a:r>
            <a:r>
              <a:rPr lang="it-IT" dirty="0" err="1">
                <a:solidFill>
                  <a:schemeClr val="bg1"/>
                </a:solidFill>
              </a:rPr>
              <a:t>their</a:t>
            </a:r>
            <a:r>
              <a:rPr lang="it-IT" dirty="0">
                <a:solidFill>
                  <a:schemeClr val="bg1"/>
                </a:solidFill>
              </a:rPr>
              <a:t> </a:t>
            </a:r>
            <a:r>
              <a:rPr lang="it-IT" dirty="0" err="1">
                <a:solidFill>
                  <a:schemeClr val="bg1"/>
                </a:solidFill>
              </a:rPr>
              <a:t>meaning</a:t>
            </a:r>
            <a:r>
              <a:rPr lang="it-IT" dirty="0">
                <a:solidFill>
                  <a:schemeClr val="bg1"/>
                </a:solidFill>
              </a:rPr>
              <a:t> and </a:t>
            </a:r>
            <a:r>
              <a:rPr lang="it-IT" dirty="0" err="1">
                <a:solidFill>
                  <a:schemeClr val="bg1"/>
                </a:solidFill>
              </a:rPr>
              <a:t>their</a:t>
            </a:r>
            <a:r>
              <a:rPr lang="it-IT" dirty="0">
                <a:solidFill>
                  <a:schemeClr val="bg1"/>
                </a:solidFill>
              </a:rPr>
              <a:t> </a:t>
            </a:r>
            <a:r>
              <a:rPr lang="it-IT" dirty="0" err="1">
                <a:solidFill>
                  <a:schemeClr val="bg1"/>
                </a:solidFill>
              </a:rPr>
              <a:t>importance</a:t>
            </a:r>
            <a:r>
              <a:rPr lang="it-IT" dirty="0">
                <a:solidFill>
                  <a:schemeClr val="bg1"/>
                </a:solidFill>
              </a:rPr>
              <a:t> (or </a:t>
            </a:r>
            <a:r>
              <a:rPr lang="it-IT" dirty="0" err="1">
                <a:solidFill>
                  <a:schemeClr val="bg1"/>
                </a:solidFill>
              </a:rPr>
              <a:t>lack</a:t>
            </a:r>
            <a:r>
              <a:rPr lang="it-IT" dirty="0">
                <a:solidFill>
                  <a:schemeClr val="bg1"/>
                </a:solidFill>
              </a:rPr>
              <a:t> </a:t>
            </a:r>
            <a:r>
              <a:rPr lang="it-IT" dirty="0" err="1">
                <a:solidFill>
                  <a:schemeClr val="bg1"/>
                </a:solidFill>
              </a:rPr>
              <a:t>thereof</a:t>
            </a:r>
            <a:r>
              <a:rPr lang="it-IT" dirty="0">
                <a:solidFill>
                  <a:schemeClr val="bg1"/>
                </a:solidFill>
              </a:rPr>
              <a:t>).</a:t>
            </a:r>
          </a:p>
        </p:txBody>
      </p:sp>
      <p:sp>
        <p:nvSpPr>
          <p:cNvPr id="17" name="CasellaDiTesto 16">
            <a:extLst>
              <a:ext uri="{FF2B5EF4-FFF2-40B4-BE49-F238E27FC236}">
                <a16:creationId xmlns:a16="http://schemas.microsoft.com/office/drawing/2014/main" id="{4620066F-5B5A-CE9B-4E86-AE12B1A897BD}"/>
              </a:ext>
            </a:extLst>
          </p:cNvPr>
          <p:cNvSpPr txBox="1"/>
          <p:nvPr/>
        </p:nvSpPr>
        <p:spPr>
          <a:xfrm>
            <a:off x="2763391" y="3025678"/>
            <a:ext cx="9189905" cy="369332"/>
          </a:xfrm>
          <a:prstGeom prst="rect">
            <a:avLst/>
          </a:prstGeom>
          <a:noFill/>
          <a:ln w="25400">
            <a:noFill/>
          </a:ln>
        </p:spPr>
        <p:txBody>
          <a:bodyPr wrap="square" rtlCol="0">
            <a:spAutoFit/>
          </a:bodyPr>
          <a:lstStyle/>
          <a:p>
            <a:r>
              <a:rPr lang="it-IT" dirty="0" err="1">
                <a:solidFill>
                  <a:schemeClr val="bg1"/>
                </a:solidFill>
              </a:rPr>
              <a:t>Selected</a:t>
            </a:r>
            <a:r>
              <a:rPr lang="it-IT" dirty="0">
                <a:solidFill>
                  <a:schemeClr val="bg1"/>
                </a:solidFill>
              </a:rPr>
              <a:t> </a:t>
            </a:r>
            <a:r>
              <a:rPr lang="it-IT" dirty="0" err="1">
                <a:solidFill>
                  <a:schemeClr val="bg1"/>
                </a:solidFill>
              </a:rPr>
              <a:t>only</a:t>
            </a:r>
            <a:r>
              <a:rPr lang="it-IT" dirty="0">
                <a:solidFill>
                  <a:schemeClr val="bg1"/>
                </a:solidFill>
              </a:rPr>
              <a:t> the </a:t>
            </a:r>
            <a:r>
              <a:rPr lang="it-IT" dirty="0" err="1">
                <a:solidFill>
                  <a:schemeClr val="bg1"/>
                </a:solidFill>
              </a:rPr>
              <a:t>useful</a:t>
            </a:r>
            <a:r>
              <a:rPr lang="it-IT" dirty="0">
                <a:solidFill>
                  <a:schemeClr val="bg1"/>
                </a:solidFill>
              </a:rPr>
              <a:t> </a:t>
            </a:r>
            <a:r>
              <a:rPr lang="it-IT" dirty="0" err="1">
                <a:solidFill>
                  <a:schemeClr val="bg1"/>
                </a:solidFill>
              </a:rPr>
              <a:t>columns</a:t>
            </a:r>
            <a:r>
              <a:rPr lang="it-IT" dirty="0">
                <a:solidFill>
                  <a:schemeClr val="bg1"/>
                </a:solidFill>
              </a:rPr>
              <a:t>, </a:t>
            </a:r>
            <a:r>
              <a:rPr lang="it-IT" dirty="0" err="1">
                <a:solidFill>
                  <a:schemeClr val="bg1"/>
                </a:solidFill>
              </a:rPr>
              <a:t>merged</a:t>
            </a:r>
            <a:r>
              <a:rPr lang="it-IT" dirty="0">
                <a:solidFill>
                  <a:schemeClr val="bg1"/>
                </a:solidFill>
              </a:rPr>
              <a:t> and </a:t>
            </a:r>
            <a:r>
              <a:rPr lang="it-IT" dirty="0" err="1">
                <a:solidFill>
                  <a:schemeClr val="bg1"/>
                </a:solidFill>
              </a:rPr>
              <a:t>reordered</a:t>
            </a:r>
            <a:r>
              <a:rPr lang="it-IT" dirty="0">
                <a:solidFill>
                  <a:schemeClr val="bg1"/>
                </a:solidFill>
              </a:rPr>
              <a:t> </a:t>
            </a:r>
            <a:r>
              <a:rPr lang="it-IT" dirty="0" err="1">
                <a:solidFill>
                  <a:schemeClr val="bg1"/>
                </a:solidFill>
              </a:rPr>
              <a:t>them</a:t>
            </a:r>
            <a:r>
              <a:rPr lang="it-IT" dirty="0">
                <a:solidFill>
                  <a:schemeClr val="bg1"/>
                </a:solidFill>
              </a:rPr>
              <a:t>.</a:t>
            </a:r>
          </a:p>
        </p:txBody>
      </p:sp>
      <p:sp>
        <p:nvSpPr>
          <p:cNvPr id="19" name="CasellaDiTesto 18">
            <a:extLst>
              <a:ext uri="{FF2B5EF4-FFF2-40B4-BE49-F238E27FC236}">
                <a16:creationId xmlns:a16="http://schemas.microsoft.com/office/drawing/2014/main" id="{A23B1018-F20E-2F3C-E7A1-ED2CBFC88FDF}"/>
              </a:ext>
            </a:extLst>
          </p:cNvPr>
          <p:cNvSpPr txBox="1"/>
          <p:nvPr/>
        </p:nvSpPr>
        <p:spPr>
          <a:xfrm>
            <a:off x="2763391" y="3906711"/>
            <a:ext cx="9189905" cy="369332"/>
          </a:xfrm>
          <a:prstGeom prst="rect">
            <a:avLst/>
          </a:prstGeom>
          <a:noFill/>
          <a:ln w="25400">
            <a:noFill/>
          </a:ln>
        </p:spPr>
        <p:txBody>
          <a:bodyPr wrap="square" rtlCol="0">
            <a:spAutoFit/>
          </a:bodyPr>
          <a:lstStyle/>
          <a:p>
            <a:r>
              <a:rPr lang="it-IT" dirty="0" err="1">
                <a:solidFill>
                  <a:schemeClr val="bg1"/>
                </a:solidFill>
              </a:rPr>
              <a:t>Downloaded</a:t>
            </a:r>
            <a:r>
              <a:rPr lang="it-IT" dirty="0">
                <a:solidFill>
                  <a:schemeClr val="bg1"/>
                </a:solidFill>
              </a:rPr>
              <a:t> data from the source via the </a:t>
            </a:r>
            <a:r>
              <a:rPr lang="it-IT" dirty="0" err="1">
                <a:solidFill>
                  <a:schemeClr val="bg1"/>
                </a:solidFill>
              </a:rPr>
              <a:t>integrated</a:t>
            </a:r>
            <a:r>
              <a:rPr lang="it-IT" dirty="0">
                <a:solidFill>
                  <a:schemeClr val="bg1"/>
                </a:solidFill>
              </a:rPr>
              <a:t> download link.</a:t>
            </a:r>
          </a:p>
        </p:txBody>
      </p:sp>
      <p:sp>
        <p:nvSpPr>
          <p:cNvPr id="21" name="CasellaDiTesto 20">
            <a:extLst>
              <a:ext uri="{FF2B5EF4-FFF2-40B4-BE49-F238E27FC236}">
                <a16:creationId xmlns:a16="http://schemas.microsoft.com/office/drawing/2014/main" id="{EEEE4E99-9F1C-2BE1-A6BB-EA9FA92B14A0}"/>
              </a:ext>
            </a:extLst>
          </p:cNvPr>
          <p:cNvSpPr txBox="1"/>
          <p:nvPr/>
        </p:nvSpPr>
        <p:spPr>
          <a:xfrm>
            <a:off x="2763392" y="4789824"/>
            <a:ext cx="9189905" cy="369332"/>
          </a:xfrm>
          <a:prstGeom prst="rect">
            <a:avLst/>
          </a:prstGeom>
          <a:noFill/>
          <a:ln w="25400">
            <a:noFill/>
          </a:ln>
        </p:spPr>
        <p:txBody>
          <a:bodyPr wrap="square" rtlCol="0">
            <a:spAutoFit/>
          </a:bodyPr>
          <a:lstStyle/>
          <a:p>
            <a:r>
              <a:rPr lang="it-IT" dirty="0" err="1">
                <a:solidFill>
                  <a:schemeClr val="bg1"/>
                </a:solidFill>
              </a:rPr>
              <a:t>Merged</a:t>
            </a:r>
            <a:r>
              <a:rPr lang="it-IT" dirty="0">
                <a:solidFill>
                  <a:schemeClr val="bg1"/>
                </a:solidFill>
              </a:rPr>
              <a:t> the </a:t>
            </a:r>
            <a:r>
              <a:rPr lang="it-IT" dirty="0" err="1">
                <a:solidFill>
                  <a:schemeClr val="bg1"/>
                </a:solidFill>
              </a:rPr>
              <a:t>cleaned</a:t>
            </a:r>
            <a:r>
              <a:rPr lang="it-IT" dirty="0">
                <a:solidFill>
                  <a:schemeClr val="bg1"/>
                </a:solidFill>
              </a:rPr>
              <a:t> data with the 2024 data from SITUAS.</a:t>
            </a:r>
          </a:p>
        </p:txBody>
      </p:sp>
      <p:sp>
        <p:nvSpPr>
          <p:cNvPr id="23" name="CasellaDiTesto 22">
            <a:extLst>
              <a:ext uri="{FF2B5EF4-FFF2-40B4-BE49-F238E27FC236}">
                <a16:creationId xmlns:a16="http://schemas.microsoft.com/office/drawing/2014/main" id="{81398722-FACD-C93E-65EE-1A8F466F20DE}"/>
              </a:ext>
            </a:extLst>
          </p:cNvPr>
          <p:cNvSpPr txBox="1">
            <a:spLocks/>
          </p:cNvSpPr>
          <p:nvPr/>
        </p:nvSpPr>
        <p:spPr>
          <a:xfrm>
            <a:off x="440672" y="5530278"/>
            <a:ext cx="2183175" cy="646331"/>
          </a:xfrm>
          <a:prstGeom prst="rect">
            <a:avLst/>
          </a:prstGeom>
          <a:solidFill>
            <a:srgbClr val="09124F"/>
          </a:solidFill>
          <a:ln w="25400">
            <a:solidFill>
              <a:schemeClr val="bg1"/>
            </a:solidFill>
          </a:ln>
        </p:spPr>
        <p:txBody>
          <a:bodyPr wrap="square" rtlCol="0" anchor="ctr">
            <a:spAutoFit/>
          </a:bodyPr>
          <a:lstStyle/>
          <a:p>
            <a:pPr algn="ctr"/>
            <a:r>
              <a:rPr lang="it-IT" b="1" dirty="0">
                <a:solidFill>
                  <a:schemeClr val="bg1"/>
                </a:solidFill>
              </a:rPr>
              <a:t>EXPORTING THE FINAL CSV</a:t>
            </a:r>
          </a:p>
        </p:txBody>
      </p:sp>
      <p:sp>
        <p:nvSpPr>
          <p:cNvPr id="25" name="CasellaDiTesto 24">
            <a:extLst>
              <a:ext uri="{FF2B5EF4-FFF2-40B4-BE49-F238E27FC236}">
                <a16:creationId xmlns:a16="http://schemas.microsoft.com/office/drawing/2014/main" id="{0B2DD719-3EDF-14E0-F14F-81A31A06A8CE}"/>
              </a:ext>
            </a:extLst>
          </p:cNvPr>
          <p:cNvSpPr txBox="1"/>
          <p:nvPr/>
        </p:nvSpPr>
        <p:spPr>
          <a:xfrm>
            <a:off x="2763393" y="5668777"/>
            <a:ext cx="9189905" cy="369332"/>
          </a:xfrm>
          <a:prstGeom prst="rect">
            <a:avLst/>
          </a:prstGeom>
          <a:noFill/>
          <a:ln w="25400">
            <a:noFill/>
          </a:ln>
        </p:spPr>
        <p:txBody>
          <a:bodyPr wrap="square" rtlCol="0">
            <a:spAutoFit/>
          </a:bodyPr>
          <a:lstStyle/>
          <a:p>
            <a:r>
              <a:rPr lang="it-IT" dirty="0" err="1">
                <a:solidFill>
                  <a:schemeClr val="bg1"/>
                </a:solidFill>
              </a:rPr>
              <a:t>Exported</a:t>
            </a:r>
            <a:r>
              <a:rPr lang="it-IT" dirty="0">
                <a:solidFill>
                  <a:schemeClr val="bg1"/>
                </a:solidFill>
              </a:rPr>
              <a:t> the </a:t>
            </a:r>
            <a:r>
              <a:rPr lang="it-IT" dirty="0" err="1">
                <a:solidFill>
                  <a:schemeClr val="bg1"/>
                </a:solidFill>
              </a:rPr>
              <a:t>final</a:t>
            </a:r>
            <a:r>
              <a:rPr lang="it-IT" dirty="0">
                <a:solidFill>
                  <a:schemeClr val="bg1"/>
                </a:solidFill>
              </a:rPr>
              <a:t> </a:t>
            </a:r>
            <a:r>
              <a:rPr lang="it-IT" dirty="0" err="1">
                <a:solidFill>
                  <a:schemeClr val="bg1"/>
                </a:solidFill>
              </a:rPr>
              <a:t>dataframe</a:t>
            </a:r>
            <a:r>
              <a:rPr lang="it-IT" dirty="0">
                <a:solidFill>
                  <a:schemeClr val="bg1"/>
                </a:solidFill>
              </a:rPr>
              <a:t> in csv format.</a:t>
            </a:r>
          </a:p>
        </p:txBody>
      </p:sp>
    </p:spTree>
    <p:extLst>
      <p:ext uri="{BB962C8B-B14F-4D97-AF65-F5344CB8AC3E}">
        <p14:creationId xmlns:p14="http://schemas.microsoft.com/office/powerpoint/2010/main" val="3167574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3DBA9-4910-2E3D-4E5E-0FACD02F1C2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55D49A1-FBF6-3342-E842-80A977354022}"/>
              </a:ext>
            </a:extLst>
          </p:cNvPr>
          <p:cNvSpPr/>
          <p:nvPr/>
        </p:nvSpPr>
        <p:spPr>
          <a:xfrm>
            <a:off x="-5816" y="0"/>
            <a:ext cx="12197816" cy="6858000"/>
          </a:xfrm>
          <a:prstGeom prst="rect">
            <a:avLst/>
          </a:prstGeom>
          <a:solidFill>
            <a:srgbClr val="09124F"/>
          </a:solidFill>
          <a:ln>
            <a:solidFill>
              <a:srgbClr val="0912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2333116-1D8E-8AA4-B08E-B7526653D631}"/>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backgroundRemoval t="9609" b="97509" l="3800" r="96400">
                        <a14:foregroundMark x1="6000" y1="87544" x2="8100" y2="70463"/>
                        <a14:foregroundMark x1="8100" y1="70463" x2="23200" y2="75089"/>
                        <a14:foregroundMark x1="23200" y1="75089" x2="29600" y2="68505"/>
                        <a14:foregroundMark x1="29600" y1="68505" x2="73400" y2="84698"/>
                        <a14:foregroundMark x1="73400" y1="84698" x2="88100" y2="78826"/>
                        <a14:foregroundMark x1="88100" y1="78826" x2="92300" y2="66548"/>
                        <a14:foregroundMark x1="92300" y1="66548" x2="91700" y2="51068"/>
                        <a14:foregroundMark x1="91700" y1="51068" x2="93900" y2="33986"/>
                        <a14:foregroundMark x1="27000" y1="66370" x2="12600" y2="62100"/>
                        <a14:foregroundMark x1="12600" y1="62100" x2="5700" y2="74199"/>
                        <a14:foregroundMark x1="5700" y1="74199" x2="16400" y2="97153"/>
                        <a14:foregroundMark x1="16400" y1="97153" x2="25100" y2="96797"/>
                        <a14:foregroundMark x1="25100" y1="96797" x2="52700" y2="98221"/>
                        <a14:foregroundMark x1="52700" y1="98221" x2="64400" y2="90214"/>
                        <a14:foregroundMark x1="64400" y1="90214" x2="52900" y2="70996"/>
                        <a14:foregroundMark x1="52900" y1="70996" x2="35200" y2="63345"/>
                        <a14:foregroundMark x1="20100" y1="79181" x2="38700" y2="85587"/>
                        <a14:foregroundMark x1="38700" y1="85587" x2="25100" y2="89680"/>
                        <a14:foregroundMark x1="25100" y1="89680" x2="35100" y2="86299"/>
                        <a14:foregroundMark x1="35100" y1="86299" x2="30000" y2="77580"/>
                        <a14:foregroundMark x1="30000" y1="77580" x2="21200" y2="71174"/>
                        <a14:foregroundMark x1="21200" y1="71174" x2="7900" y2="69395"/>
                        <a14:foregroundMark x1="7900" y1="69395" x2="5700" y2="80961"/>
                        <a14:foregroundMark x1="5700" y1="80961" x2="8800" y2="97331"/>
                        <a14:foregroundMark x1="8800" y1="97331" x2="31500" y2="92349"/>
                        <a14:foregroundMark x1="31500" y1="92349" x2="39800" y2="95196"/>
                        <a14:foregroundMark x1="39800" y1="95196" x2="55600" y2="92705"/>
                        <a14:foregroundMark x1="55600" y1="92705" x2="93300" y2="94306"/>
                        <a14:foregroundMark x1="93300" y1="94306" x2="96400" y2="38078"/>
                        <a14:foregroundMark x1="96400" y1="38078" x2="92300" y2="28292"/>
                        <a14:foregroundMark x1="96000" y1="12456" x2="88100" y2="14235"/>
                        <a14:foregroundMark x1="88100" y1="14235" x2="94800" y2="17972"/>
                        <a14:foregroundMark x1="94800" y1="17972" x2="97800" y2="65658"/>
                        <a14:foregroundMark x1="97800" y1="65658" x2="96800" y2="82028"/>
                        <a14:foregroundMark x1="96800" y1="82028" x2="84500" y2="98043"/>
                        <a14:foregroundMark x1="84500" y1="98043" x2="13900" y2="95552"/>
                        <a14:foregroundMark x1="13900" y1="95552" x2="5000" y2="87900"/>
                        <a14:foregroundMark x1="5000" y1="87900" x2="3800" y2="69929"/>
                        <a14:foregroundMark x1="3800" y1="69929" x2="5100" y2="97509"/>
                      </a14:backgroundRemoval>
                    </a14:imgEffect>
                    <a14:imgEffect>
                      <a14:colorTemperature colorTemp="7200"/>
                    </a14:imgEffect>
                  </a14:imgLayer>
                </a14:imgProps>
              </a:ext>
            </a:extLst>
          </a:blip>
          <a:stretch>
            <a:fillRect/>
          </a:stretch>
        </p:blipFill>
        <p:spPr>
          <a:xfrm>
            <a:off x="5207617" y="2907034"/>
            <a:ext cx="7030188" cy="3950966"/>
          </a:xfrm>
          <a:prstGeom prst="rect">
            <a:avLst/>
          </a:prstGeom>
        </p:spPr>
      </p:pic>
      <p:sp>
        <p:nvSpPr>
          <p:cNvPr id="18" name="Rectangle 17">
            <a:extLst>
              <a:ext uri="{FF2B5EF4-FFF2-40B4-BE49-F238E27FC236}">
                <a16:creationId xmlns:a16="http://schemas.microsoft.com/office/drawing/2014/main" id="{E2C89278-81E4-DB09-0AE7-AECB5C3B61EC}"/>
              </a:ext>
            </a:extLst>
          </p:cNvPr>
          <p:cNvSpPr/>
          <p:nvPr/>
        </p:nvSpPr>
        <p:spPr>
          <a:xfrm>
            <a:off x="5207615" y="0"/>
            <a:ext cx="4003289" cy="6858000"/>
          </a:xfrm>
          <a:prstGeom prst="rect">
            <a:avLst/>
          </a:prstGeom>
          <a:gradFill flip="none" rotWithShape="1">
            <a:gsLst>
              <a:gs pos="0">
                <a:srgbClr val="09124F"/>
              </a:gs>
              <a:gs pos="100000">
                <a:srgbClr val="09124F">
                  <a:alpha val="0"/>
                </a:srgbClr>
              </a:gs>
            </a:gsLst>
            <a:lin ang="0" scaled="1"/>
            <a:tileRect/>
          </a:gradFill>
          <a:ln>
            <a:solidFill>
              <a:srgbClr val="0912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sellaDiTesto 4">
            <a:extLst>
              <a:ext uri="{FF2B5EF4-FFF2-40B4-BE49-F238E27FC236}">
                <a16:creationId xmlns:a16="http://schemas.microsoft.com/office/drawing/2014/main" id="{A432C34C-D171-560E-434F-8F3FBF90B45F}"/>
              </a:ext>
            </a:extLst>
          </p:cNvPr>
          <p:cNvSpPr txBox="1"/>
          <p:nvPr/>
        </p:nvSpPr>
        <p:spPr>
          <a:xfrm>
            <a:off x="0" y="197768"/>
            <a:ext cx="12192000" cy="584775"/>
          </a:xfrm>
          <a:prstGeom prst="rect">
            <a:avLst/>
          </a:prstGeom>
          <a:noFill/>
        </p:spPr>
        <p:txBody>
          <a:bodyPr wrap="square" rtlCol="0">
            <a:spAutoFit/>
          </a:bodyPr>
          <a:lstStyle/>
          <a:p>
            <a:r>
              <a:rPr lang="it-IT" sz="3200" b="1" dirty="0">
                <a:solidFill>
                  <a:srgbClr val="F0E199"/>
                </a:solidFill>
              </a:rPr>
              <a:t>    EXPLORATORY DATA ANALYSIS</a:t>
            </a:r>
          </a:p>
        </p:txBody>
      </p:sp>
      <p:cxnSp>
        <p:nvCxnSpPr>
          <p:cNvPr id="8" name="Connettore 2 26">
            <a:extLst>
              <a:ext uri="{FF2B5EF4-FFF2-40B4-BE49-F238E27FC236}">
                <a16:creationId xmlns:a16="http://schemas.microsoft.com/office/drawing/2014/main" id="{DB8A5274-BB4D-4751-CADC-C2DBDE409427}"/>
              </a:ext>
            </a:extLst>
          </p:cNvPr>
          <p:cNvCxnSpPr>
            <a:cxnSpLocks/>
          </p:cNvCxnSpPr>
          <p:nvPr/>
        </p:nvCxnSpPr>
        <p:spPr>
          <a:xfrm>
            <a:off x="1532257" y="5781040"/>
            <a:ext cx="0" cy="862133"/>
          </a:xfrm>
          <a:prstGeom prst="straightConnector1">
            <a:avLst/>
          </a:prstGeom>
          <a:ln w="53975" cap="flat" cmpd="sng" algn="ctr">
            <a:solidFill>
              <a:srgbClr val="F0E199"/>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Connettore 2 26">
            <a:extLst>
              <a:ext uri="{FF2B5EF4-FFF2-40B4-BE49-F238E27FC236}">
                <a16:creationId xmlns:a16="http://schemas.microsoft.com/office/drawing/2014/main" id="{DF466D3A-2DC3-98E3-1DB9-28D6543C4DB7}"/>
              </a:ext>
            </a:extLst>
          </p:cNvPr>
          <p:cNvCxnSpPr>
            <a:cxnSpLocks/>
          </p:cNvCxnSpPr>
          <p:nvPr/>
        </p:nvCxnSpPr>
        <p:spPr>
          <a:xfrm>
            <a:off x="1532257" y="925418"/>
            <a:ext cx="0" cy="3350625"/>
          </a:xfrm>
          <a:prstGeom prst="straightConnector1">
            <a:avLst/>
          </a:prstGeom>
          <a:ln w="53975" cap="flat" cmpd="sng" algn="ctr">
            <a:solidFill>
              <a:srgbClr val="F0E199"/>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CasellaDiTesto 1">
            <a:extLst>
              <a:ext uri="{FF2B5EF4-FFF2-40B4-BE49-F238E27FC236}">
                <a16:creationId xmlns:a16="http://schemas.microsoft.com/office/drawing/2014/main" id="{2FAC5BE5-D966-3E86-7D2E-659D3F2BD456}"/>
              </a:ext>
            </a:extLst>
          </p:cNvPr>
          <p:cNvSpPr txBox="1"/>
          <p:nvPr/>
        </p:nvSpPr>
        <p:spPr>
          <a:xfrm>
            <a:off x="440670" y="1120311"/>
            <a:ext cx="2183175" cy="646331"/>
          </a:xfrm>
          <a:prstGeom prst="rect">
            <a:avLst/>
          </a:prstGeom>
          <a:solidFill>
            <a:schemeClr val="bg1"/>
          </a:solidFill>
        </p:spPr>
        <p:txBody>
          <a:bodyPr wrap="square" rtlCol="0">
            <a:spAutoFit/>
          </a:bodyPr>
          <a:lstStyle/>
          <a:p>
            <a:pPr algn="ctr"/>
            <a:r>
              <a:rPr lang="it-IT" b="1" dirty="0"/>
              <a:t>DESCRIPTIVE ANALYSIS</a:t>
            </a:r>
          </a:p>
        </p:txBody>
      </p:sp>
      <p:sp>
        <p:nvSpPr>
          <p:cNvPr id="14" name="CasellaDiTesto 3">
            <a:extLst>
              <a:ext uri="{FF2B5EF4-FFF2-40B4-BE49-F238E27FC236}">
                <a16:creationId xmlns:a16="http://schemas.microsoft.com/office/drawing/2014/main" id="{211099BE-5935-105D-A9B8-29CE9CF617B4}"/>
              </a:ext>
            </a:extLst>
          </p:cNvPr>
          <p:cNvSpPr txBox="1"/>
          <p:nvPr/>
        </p:nvSpPr>
        <p:spPr>
          <a:xfrm>
            <a:off x="440670" y="3768212"/>
            <a:ext cx="2183175" cy="646331"/>
          </a:xfrm>
          <a:prstGeom prst="rect">
            <a:avLst/>
          </a:prstGeom>
          <a:solidFill>
            <a:schemeClr val="bg1"/>
          </a:solidFill>
        </p:spPr>
        <p:txBody>
          <a:bodyPr wrap="square" rtlCol="0">
            <a:spAutoFit/>
          </a:bodyPr>
          <a:lstStyle/>
          <a:p>
            <a:pPr algn="ctr"/>
            <a:r>
              <a:rPr lang="it-IT" b="1" dirty="0"/>
              <a:t>DISTORTION ON POPULATION SIZE</a:t>
            </a:r>
          </a:p>
        </p:txBody>
      </p:sp>
      <p:cxnSp>
        <p:nvCxnSpPr>
          <p:cNvPr id="16" name="Straight Connector 15">
            <a:extLst>
              <a:ext uri="{FF2B5EF4-FFF2-40B4-BE49-F238E27FC236}">
                <a16:creationId xmlns:a16="http://schemas.microsoft.com/office/drawing/2014/main" id="{57B10114-B985-5541-B524-67356C75091C}"/>
              </a:ext>
            </a:extLst>
          </p:cNvPr>
          <p:cNvCxnSpPr>
            <a:cxnSpLocks/>
          </p:cNvCxnSpPr>
          <p:nvPr/>
        </p:nvCxnSpPr>
        <p:spPr>
          <a:xfrm>
            <a:off x="528320" y="4981469"/>
            <a:ext cx="650240" cy="0"/>
          </a:xfrm>
          <a:prstGeom prst="line">
            <a:avLst/>
          </a:prstGeom>
          <a:ln w="38100">
            <a:solidFill>
              <a:srgbClr val="F0E199"/>
            </a:solidFill>
          </a:ln>
        </p:spPr>
        <p:style>
          <a:lnRef idx="2">
            <a:schemeClr val="accent1"/>
          </a:lnRef>
          <a:fillRef idx="0">
            <a:schemeClr val="accent1"/>
          </a:fillRef>
          <a:effectRef idx="1">
            <a:schemeClr val="accent1"/>
          </a:effectRef>
          <a:fontRef idx="minor">
            <a:schemeClr val="tx1"/>
          </a:fontRef>
        </p:style>
      </p:cxnSp>
      <p:sp>
        <p:nvSpPr>
          <p:cNvPr id="20" name="CasellaDiTesto 6">
            <a:extLst>
              <a:ext uri="{FF2B5EF4-FFF2-40B4-BE49-F238E27FC236}">
                <a16:creationId xmlns:a16="http://schemas.microsoft.com/office/drawing/2014/main" id="{7C6945C2-369E-201B-C543-C0C3B18E7916}"/>
              </a:ext>
            </a:extLst>
          </p:cNvPr>
          <p:cNvSpPr txBox="1"/>
          <p:nvPr/>
        </p:nvSpPr>
        <p:spPr>
          <a:xfrm>
            <a:off x="440670" y="2004039"/>
            <a:ext cx="2183175" cy="646331"/>
          </a:xfrm>
          <a:prstGeom prst="rect">
            <a:avLst/>
          </a:prstGeom>
          <a:solidFill>
            <a:schemeClr val="bg1"/>
          </a:solidFill>
          <a:ln w="25400">
            <a:solidFill>
              <a:schemeClr val="bg1"/>
            </a:solidFill>
          </a:ln>
        </p:spPr>
        <p:txBody>
          <a:bodyPr wrap="square" rtlCol="0">
            <a:spAutoFit/>
          </a:bodyPr>
          <a:lstStyle/>
          <a:p>
            <a:pPr algn="ctr"/>
            <a:r>
              <a:rPr lang="it-IT" b="1" dirty="0"/>
              <a:t>DISTRIBUTION HISTOGRAMS</a:t>
            </a:r>
          </a:p>
        </p:txBody>
      </p:sp>
      <p:sp>
        <p:nvSpPr>
          <p:cNvPr id="22" name="CasellaDiTesto 8">
            <a:extLst>
              <a:ext uri="{FF2B5EF4-FFF2-40B4-BE49-F238E27FC236}">
                <a16:creationId xmlns:a16="http://schemas.microsoft.com/office/drawing/2014/main" id="{AE9A4442-32A7-C1A0-EBB1-A2372CC65177}"/>
              </a:ext>
            </a:extLst>
          </p:cNvPr>
          <p:cNvSpPr txBox="1">
            <a:spLocks/>
          </p:cNvSpPr>
          <p:nvPr/>
        </p:nvSpPr>
        <p:spPr>
          <a:xfrm>
            <a:off x="440670" y="2884265"/>
            <a:ext cx="2183175" cy="646331"/>
          </a:xfrm>
          <a:prstGeom prst="rect">
            <a:avLst/>
          </a:prstGeom>
          <a:solidFill>
            <a:schemeClr val="bg1"/>
          </a:solidFill>
          <a:ln w="25400">
            <a:solidFill>
              <a:schemeClr val="bg1"/>
            </a:solidFill>
          </a:ln>
        </p:spPr>
        <p:txBody>
          <a:bodyPr wrap="square" rtlCol="0" anchor="ctr">
            <a:spAutoFit/>
          </a:bodyPr>
          <a:lstStyle/>
          <a:p>
            <a:pPr algn="ctr"/>
            <a:r>
              <a:rPr lang="it-IT" b="1" dirty="0"/>
              <a:t>TEMPORAL ANALYSIS</a:t>
            </a:r>
          </a:p>
        </p:txBody>
      </p:sp>
      <p:sp>
        <p:nvSpPr>
          <p:cNvPr id="24" name="CasellaDiTesto 10">
            <a:extLst>
              <a:ext uri="{FF2B5EF4-FFF2-40B4-BE49-F238E27FC236}">
                <a16:creationId xmlns:a16="http://schemas.microsoft.com/office/drawing/2014/main" id="{B89844B3-9AE7-5DAB-5997-AF8DAC50B0BF}"/>
              </a:ext>
            </a:extLst>
          </p:cNvPr>
          <p:cNvSpPr txBox="1">
            <a:spLocks/>
          </p:cNvSpPr>
          <p:nvPr/>
        </p:nvSpPr>
        <p:spPr>
          <a:xfrm>
            <a:off x="725151" y="4651325"/>
            <a:ext cx="2183175" cy="646331"/>
          </a:xfrm>
          <a:prstGeom prst="rect">
            <a:avLst/>
          </a:prstGeom>
          <a:solidFill>
            <a:srgbClr val="09124F"/>
          </a:solidFill>
          <a:ln w="25400">
            <a:solidFill>
              <a:schemeClr val="bg1"/>
            </a:solidFill>
          </a:ln>
        </p:spPr>
        <p:txBody>
          <a:bodyPr wrap="square" rtlCol="0" anchor="ctr">
            <a:spAutoFit/>
          </a:bodyPr>
          <a:lstStyle/>
          <a:p>
            <a:pPr algn="ctr"/>
            <a:r>
              <a:rPr lang="it-IT" b="1" dirty="0">
                <a:solidFill>
                  <a:schemeClr val="bg1"/>
                </a:solidFill>
              </a:rPr>
              <a:t>LOW</a:t>
            </a:r>
          </a:p>
          <a:p>
            <a:pPr algn="ctr"/>
            <a:r>
              <a:rPr lang="it-IT" b="1" dirty="0">
                <a:solidFill>
                  <a:schemeClr val="bg1"/>
                </a:solidFill>
              </a:rPr>
              <a:t>POPULATION</a:t>
            </a:r>
          </a:p>
        </p:txBody>
      </p:sp>
      <p:sp>
        <p:nvSpPr>
          <p:cNvPr id="26" name="CasellaDiTesto 12">
            <a:extLst>
              <a:ext uri="{FF2B5EF4-FFF2-40B4-BE49-F238E27FC236}">
                <a16:creationId xmlns:a16="http://schemas.microsoft.com/office/drawing/2014/main" id="{7FAFC572-332F-8842-BF7A-5BA1EFAF5456}"/>
              </a:ext>
            </a:extLst>
          </p:cNvPr>
          <p:cNvSpPr txBox="1"/>
          <p:nvPr/>
        </p:nvSpPr>
        <p:spPr>
          <a:xfrm>
            <a:off x="2763391" y="1262190"/>
            <a:ext cx="9189905" cy="369332"/>
          </a:xfrm>
          <a:prstGeom prst="rect">
            <a:avLst/>
          </a:prstGeom>
          <a:noFill/>
          <a:ln w="25400">
            <a:noFill/>
          </a:ln>
        </p:spPr>
        <p:txBody>
          <a:bodyPr wrap="square" rtlCol="0">
            <a:spAutoFit/>
          </a:bodyPr>
          <a:lstStyle/>
          <a:p>
            <a:r>
              <a:rPr lang="it-IT" dirty="0">
                <a:solidFill>
                  <a:schemeClr val="bg1"/>
                </a:solidFill>
              </a:rPr>
              <a:t>General information on the </a:t>
            </a:r>
            <a:r>
              <a:rPr lang="it-IT" dirty="0" err="1">
                <a:solidFill>
                  <a:schemeClr val="bg1"/>
                </a:solidFill>
              </a:rPr>
              <a:t>columns</a:t>
            </a:r>
            <a:r>
              <a:rPr lang="it-IT" dirty="0">
                <a:solidFill>
                  <a:schemeClr val="bg1"/>
                </a:solidFill>
              </a:rPr>
              <a:t> (</a:t>
            </a:r>
            <a:r>
              <a:rPr lang="it-IT" dirty="0" err="1">
                <a:solidFill>
                  <a:schemeClr val="bg1"/>
                </a:solidFill>
              </a:rPr>
              <a:t>kurtosis</a:t>
            </a:r>
            <a:r>
              <a:rPr lang="it-IT" dirty="0">
                <a:solidFill>
                  <a:schemeClr val="bg1"/>
                </a:solidFill>
              </a:rPr>
              <a:t>, </a:t>
            </a:r>
            <a:r>
              <a:rPr lang="it-IT" dirty="0" err="1">
                <a:solidFill>
                  <a:schemeClr val="bg1"/>
                </a:solidFill>
              </a:rPr>
              <a:t>skewedness</a:t>
            </a:r>
            <a:r>
              <a:rPr lang="it-IT" dirty="0">
                <a:solidFill>
                  <a:schemeClr val="bg1"/>
                </a:solidFill>
              </a:rPr>
              <a:t>, standard </a:t>
            </a:r>
            <a:r>
              <a:rPr lang="it-IT" dirty="0" err="1">
                <a:solidFill>
                  <a:schemeClr val="bg1"/>
                </a:solidFill>
              </a:rPr>
              <a:t>deviation</a:t>
            </a:r>
            <a:r>
              <a:rPr lang="it-IT" dirty="0">
                <a:solidFill>
                  <a:schemeClr val="bg1"/>
                </a:solidFill>
              </a:rPr>
              <a:t>…)</a:t>
            </a:r>
          </a:p>
        </p:txBody>
      </p:sp>
      <p:sp>
        <p:nvSpPr>
          <p:cNvPr id="28" name="CasellaDiTesto 14">
            <a:extLst>
              <a:ext uri="{FF2B5EF4-FFF2-40B4-BE49-F238E27FC236}">
                <a16:creationId xmlns:a16="http://schemas.microsoft.com/office/drawing/2014/main" id="{B710FF94-A3E0-9AB4-4245-B9D9473A8434}"/>
              </a:ext>
            </a:extLst>
          </p:cNvPr>
          <p:cNvSpPr txBox="1"/>
          <p:nvPr/>
        </p:nvSpPr>
        <p:spPr>
          <a:xfrm>
            <a:off x="2763391" y="2144263"/>
            <a:ext cx="9189905" cy="369332"/>
          </a:xfrm>
          <a:prstGeom prst="rect">
            <a:avLst/>
          </a:prstGeom>
          <a:noFill/>
          <a:ln w="25400">
            <a:noFill/>
          </a:ln>
        </p:spPr>
        <p:txBody>
          <a:bodyPr wrap="square" rtlCol="0">
            <a:spAutoFit/>
          </a:bodyPr>
          <a:lstStyle/>
          <a:p>
            <a:r>
              <a:rPr lang="en-US" dirty="0">
                <a:solidFill>
                  <a:schemeClr val="bg1"/>
                </a:solidFill>
              </a:rPr>
              <a:t>Distribution charts of accidents, injuries and deaths to recognize a pattern</a:t>
            </a:r>
          </a:p>
        </p:txBody>
      </p:sp>
      <p:sp>
        <p:nvSpPr>
          <p:cNvPr id="29" name="CasellaDiTesto 16">
            <a:extLst>
              <a:ext uri="{FF2B5EF4-FFF2-40B4-BE49-F238E27FC236}">
                <a16:creationId xmlns:a16="http://schemas.microsoft.com/office/drawing/2014/main" id="{0CF79170-56A7-C37D-EFD8-C946F8703F63}"/>
              </a:ext>
            </a:extLst>
          </p:cNvPr>
          <p:cNvSpPr txBox="1"/>
          <p:nvPr/>
        </p:nvSpPr>
        <p:spPr>
          <a:xfrm>
            <a:off x="2763391" y="3025678"/>
            <a:ext cx="9189905" cy="369332"/>
          </a:xfrm>
          <a:prstGeom prst="rect">
            <a:avLst/>
          </a:prstGeom>
          <a:noFill/>
          <a:ln w="25400">
            <a:noFill/>
          </a:ln>
        </p:spPr>
        <p:txBody>
          <a:bodyPr wrap="square" rtlCol="0">
            <a:spAutoFit/>
          </a:bodyPr>
          <a:lstStyle/>
          <a:p>
            <a:r>
              <a:rPr lang="it-IT" dirty="0">
                <a:solidFill>
                  <a:schemeClr val="bg1"/>
                </a:solidFill>
              </a:rPr>
              <a:t>Distribution of </a:t>
            </a:r>
            <a:r>
              <a:rPr lang="it-IT" dirty="0" err="1">
                <a:solidFill>
                  <a:schemeClr val="bg1"/>
                </a:solidFill>
              </a:rPr>
              <a:t>accidents</a:t>
            </a:r>
            <a:r>
              <a:rPr lang="it-IT" dirty="0">
                <a:solidFill>
                  <a:schemeClr val="bg1"/>
                </a:solidFill>
              </a:rPr>
              <a:t> </a:t>
            </a:r>
            <a:r>
              <a:rPr lang="it-IT" dirty="0" err="1">
                <a:solidFill>
                  <a:schemeClr val="bg1"/>
                </a:solidFill>
              </a:rPr>
              <a:t>across</a:t>
            </a:r>
            <a:r>
              <a:rPr lang="it-IT" dirty="0">
                <a:solidFill>
                  <a:schemeClr val="bg1"/>
                </a:solidFill>
              </a:rPr>
              <a:t> </a:t>
            </a:r>
            <a:r>
              <a:rPr lang="it-IT" dirty="0" err="1">
                <a:solidFill>
                  <a:schemeClr val="bg1"/>
                </a:solidFill>
              </a:rPr>
              <a:t>years</a:t>
            </a:r>
            <a:r>
              <a:rPr lang="it-IT" dirty="0">
                <a:solidFill>
                  <a:schemeClr val="bg1"/>
                </a:solidFill>
              </a:rPr>
              <a:t> and </a:t>
            </a:r>
            <a:r>
              <a:rPr lang="it-IT" dirty="0" err="1">
                <a:solidFill>
                  <a:schemeClr val="bg1"/>
                </a:solidFill>
              </a:rPr>
              <a:t>analysis</a:t>
            </a:r>
            <a:r>
              <a:rPr lang="it-IT" dirty="0">
                <a:solidFill>
                  <a:schemeClr val="bg1"/>
                </a:solidFill>
              </a:rPr>
              <a:t> of </a:t>
            </a:r>
            <a:r>
              <a:rPr lang="it-IT" dirty="0" err="1">
                <a:solidFill>
                  <a:schemeClr val="bg1"/>
                </a:solidFill>
              </a:rPr>
              <a:t>any</a:t>
            </a:r>
            <a:r>
              <a:rPr lang="it-IT" dirty="0">
                <a:solidFill>
                  <a:schemeClr val="bg1"/>
                </a:solidFill>
              </a:rPr>
              <a:t> </a:t>
            </a:r>
            <a:r>
              <a:rPr lang="it-IT" dirty="0" err="1">
                <a:solidFill>
                  <a:schemeClr val="bg1"/>
                </a:solidFill>
              </a:rPr>
              <a:t>unnatural</a:t>
            </a:r>
            <a:r>
              <a:rPr lang="it-IT" dirty="0">
                <a:solidFill>
                  <a:schemeClr val="bg1"/>
                </a:solidFill>
              </a:rPr>
              <a:t> drops</a:t>
            </a:r>
          </a:p>
        </p:txBody>
      </p:sp>
      <p:sp>
        <p:nvSpPr>
          <p:cNvPr id="30" name="CasellaDiTesto 18">
            <a:extLst>
              <a:ext uri="{FF2B5EF4-FFF2-40B4-BE49-F238E27FC236}">
                <a16:creationId xmlns:a16="http://schemas.microsoft.com/office/drawing/2014/main" id="{E29C0A4E-D38A-4E86-51AF-4EE7295BFD3B}"/>
              </a:ext>
            </a:extLst>
          </p:cNvPr>
          <p:cNvSpPr txBox="1"/>
          <p:nvPr/>
        </p:nvSpPr>
        <p:spPr>
          <a:xfrm>
            <a:off x="2763391" y="3906711"/>
            <a:ext cx="9189905" cy="369332"/>
          </a:xfrm>
          <a:prstGeom prst="rect">
            <a:avLst/>
          </a:prstGeom>
          <a:noFill/>
          <a:ln w="25400">
            <a:noFill/>
          </a:ln>
        </p:spPr>
        <p:txBody>
          <a:bodyPr wrap="square" rtlCol="0">
            <a:spAutoFit/>
          </a:bodyPr>
          <a:lstStyle/>
          <a:p>
            <a:r>
              <a:rPr lang="it-IT" dirty="0" err="1">
                <a:solidFill>
                  <a:schemeClr val="bg1"/>
                </a:solidFill>
              </a:rPr>
              <a:t>Effects</a:t>
            </a:r>
            <a:r>
              <a:rPr lang="it-IT" dirty="0">
                <a:solidFill>
                  <a:schemeClr val="bg1"/>
                </a:solidFill>
              </a:rPr>
              <a:t> of low and high </a:t>
            </a:r>
            <a:r>
              <a:rPr lang="it-IT" dirty="0" err="1">
                <a:solidFill>
                  <a:schemeClr val="bg1"/>
                </a:solidFill>
              </a:rPr>
              <a:t>numbers</a:t>
            </a:r>
            <a:r>
              <a:rPr lang="it-IT" dirty="0">
                <a:solidFill>
                  <a:schemeClr val="bg1"/>
                </a:solidFill>
              </a:rPr>
              <a:t> of </a:t>
            </a:r>
            <a:r>
              <a:rPr lang="it-IT" dirty="0" err="1">
                <a:solidFill>
                  <a:schemeClr val="bg1"/>
                </a:solidFill>
              </a:rPr>
              <a:t>inhabitants</a:t>
            </a:r>
            <a:r>
              <a:rPr lang="it-IT" dirty="0">
                <a:solidFill>
                  <a:schemeClr val="bg1"/>
                </a:solidFill>
              </a:rPr>
              <a:t> on </a:t>
            </a:r>
            <a:r>
              <a:rPr lang="it-IT" dirty="0" err="1">
                <a:solidFill>
                  <a:schemeClr val="bg1"/>
                </a:solidFill>
              </a:rPr>
              <a:t>adjusted</a:t>
            </a:r>
            <a:r>
              <a:rPr lang="it-IT" dirty="0">
                <a:solidFill>
                  <a:schemeClr val="bg1"/>
                </a:solidFill>
              </a:rPr>
              <a:t> rates</a:t>
            </a:r>
          </a:p>
        </p:txBody>
      </p:sp>
      <p:cxnSp>
        <p:nvCxnSpPr>
          <p:cNvPr id="31" name="Straight Connector 30">
            <a:extLst>
              <a:ext uri="{FF2B5EF4-FFF2-40B4-BE49-F238E27FC236}">
                <a16:creationId xmlns:a16="http://schemas.microsoft.com/office/drawing/2014/main" id="{A18C6345-C37F-7391-9A0E-7AD987D56009}"/>
              </a:ext>
            </a:extLst>
          </p:cNvPr>
          <p:cNvCxnSpPr>
            <a:cxnSpLocks/>
          </p:cNvCxnSpPr>
          <p:nvPr/>
        </p:nvCxnSpPr>
        <p:spPr>
          <a:xfrm>
            <a:off x="518160" y="5855229"/>
            <a:ext cx="650240" cy="0"/>
          </a:xfrm>
          <a:prstGeom prst="line">
            <a:avLst/>
          </a:prstGeom>
          <a:ln w="38100">
            <a:solidFill>
              <a:srgbClr val="F0E199"/>
            </a:solidFill>
          </a:ln>
        </p:spPr>
        <p:style>
          <a:lnRef idx="2">
            <a:schemeClr val="accent1"/>
          </a:lnRef>
          <a:fillRef idx="0">
            <a:schemeClr val="accent1"/>
          </a:fillRef>
          <a:effectRef idx="1">
            <a:schemeClr val="accent1"/>
          </a:effectRef>
          <a:fontRef idx="minor">
            <a:schemeClr val="tx1"/>
          </a:fontRef>
        </p:style>
      </p:cxnSp>
      <p:sp>
        <p:nvSpPr>
          <p:cNvPr id="32" name="CasellaDiTesto 20">
            <a:extLst>
              <a:ext uri="{FF2B5EF4-FFF2-40B4-BE49-F238E27FC236}">
                <a16:creationId xmlns:a16="http://schemas.microsoft.com/office/drawing/2014/main" id="{8A4D2C5E-F181-58ED-D641-A71150B7791A}"/>
              </a:ext>
            </a:extLst>
          </p:cNvPr>
          <p:cNvSpPr txBox="1"/>
          <p:nvPr/>
        </p:nvSpPr>
        <p:spPr>
          <a:xfrm>
            <a:off x="3047872" y="4789824"/>
            <a:ext cx="9189905" cy="369332"/>
          </a:xfrm>
          <a:prstGeom prst="rect">
            <a:avLst/>
          </a:prstGeom>
          <a:noFill/>
          <a:ln w="25400">
            <a:noFill/>
          </a:ln>
        </p:spPr>
        <p:txBody>
          <a:bodyPr wrap="square" rtlCol="0">
            <a:spAutoFit/>
          </a:bodyPr>
          <a:lstStyle/>
          <a:p>
            <a:r>
              <a:rPr lang="it-IT" dirty="0">
                <a:solidFill>
                  <a:schemeClr val="bg1"/>
                </a:solidFill>
              </a:rPr>
              <a:t>A low </a:t>
            </a:r>
            <a:r>
              <a:rPr lang="it-IT" dirty="0" err="1">
                <a:solidFill>
                  <a:schemeClr val="bg1"/>
                </a:solidFill>
              </a:rPr>
              <a:t>number</a:t>
            </a:r>
            <a:r>
              <a:rPr lang="it-IT" dirty="0">
                <a:solidFill>
                  <a:schemeClr val="bg1"/>
                </a:solidFill>
              </a:rPr>
              <a:t> of </a:t>
            </a:r>
            <a:r>
              <a:rPr lang="it-IT" dirty="0" err="1">
                <a:solidFill>
                  <a:schemeClr val="bg1"/>
                </a:solidFill>
              </a:rPr>
              <a:t>accidents</a:t>
            </a:r>
            <a:r>
              <a:rPr lang="it-IT" dirty="0">
                <a:solidFill>
                  <a:schemeClr val="bg1"/>
                </a:solidFill>
              </a:rPr>
              <a:t> </a:t>
            </a:r>
            <a:r>
              <a:rPr lang="it-IT" dirty="0" err="1">
                <a:solidFill>
                  <a:schemeClr val="bg1"/>
                </a:solidFill>
              </a:rPr>
              <a:t>distorts</a:t>
            </a:r>
            <a:r>
              <a:rPr lang="it-IT" dirty="0">
                <a:solidFill>
                  <a:schemeClr val="bg1"/>
                </a:solidFill>
              </a:rPr>
              <a:t> the pro capite rate to </a:t>
            </a:r>
            <a:r>
              <a:rPr lang="it-IT" dirty="0" err="1">
                <a:solidFill>
                  <a:schemeClr val="bg1"/>
                </a:solidFill>
              </a:rPr>
              <a:t>unnatural</a:t>
            </a:r>
            <a:r>
              <a:rPr lang="it-IT" dirty="0">
                <a:solidFill>
                  <a:schemeClr val="bg1"/>
                </a:solidFill>
              </a:rPr>
              <a:t> </a:t>
            </a:r>
            <a:r>
              <a:rPr lang="it-IT" dirty="0" err="1">
                <a:solidFill>
                  <a:schemeClr val="bg1"/>
                </a:solidFill>
              </a:rPr>
              <a:t>results</a:t>
            </a:r>
            <a:endParaRPr lang="it-IT" dirty="0">
              <a:solidFill>
                <a:schemeClr val="bg1"/>
              </a:solidFill>
            </a:endParaRPr>
          </a:p>
        </p:txBody>
      </p:sp>
      <p:sp>
        <p:nvSpPr>
          <p:cNvPr id="33" name="CasellaDiTesto 22">
            <a:extLst>
              <a:ext uri="{FF2B5EF4-FFF2-40B4-BE49-F238E27FC236}">
                <a16:creationId xmlns:a16="http://schemas.microsoft.com/office/drawing/2014/main" id="{52599090-1AD0-9231-79D4-938022038BC8}"/>
              </a:ext>
            </a:extLst>
          </p:cNvPr>
          <p:cNvSpPr txBox="1">
            <a:spLocks/>
          </p:cNvSpPr>
          <p:nvPr/>
        </p:nvSpPr>
        <p:spPr>
          <a:xfrm>
            <a:off x="725152" y="5530278"/>
            <a:ext cx="2183175" cy="646331"/>
          </a:xfrm>
          <a:prstGeom prst="rect">
            <a:avLst/>
          </a:prstGeom>
          <a:solidFill>
            <a:srgbClr val="09124F"/>
          </a:solidFill>
          <a:ln w="25400">
            <a:solidFill>
              <a:schemeClr val="bg1"/>
            </a:solidFill>
          </a:ln>
        </p:spPr>
        <p:txBody>
          <a:bodyPr wrap="square" rtlCol="0" anchor="ctr">
            <a:spAutoFit/>
          </a:bodyPr>
          <a:lstStyle/>
          <a:p>
            <a:pPr algn="ctr"/>
            <a:r>
              <a:rPr lang="it-IT" b="1" dirty="0">
                <a:solidFill>
                  <a:schemeClr val="bg1"/>
                </a:solidFill>
              </a:rPr>
              <a:t>HIGH</a:t>
            </a:r>
          </a:p>
          <a:p>
            <a:pPr algn="ctr"/>
            <a:r>
              <a:rPr lang="it-IT" b="1" dirty="0">
                <a:solidFill>
                  <a:schemeClr val="bg1"/>
                </a:solidFill>
              </a:rPr>
              <a:t>POPULATION</a:t>
            </a:r>
          </a:p>
        </p:txBody>
      </p:sp>
      <p:sp>
        <p:nvSpPr>
          <p:cNvPr id="34" name="CasellaDiTesto 24">
            <a:extLst>
              <a:ext uri="{FF2B5EF4-FFF2-40B4-BE49-F238E27FC236}">
                <a16:creationId xmlns:a16="http://schemas.microsoft.com/office/drawing/2014/main" id="{19FD3A9E-A762-2D0F-4EA5-E4AA916E5FBF}"/>
              </a:ext>
            </a:extLst>
          </p:cNvPr>
          <p:cNvSpPr txBox="1"/>
          <p:nvPr/>
        </p:nvSpPr>
        <p:spPr>
          <a:xfrm>
            <a:off x="3047873" y="5668777"/>
            <a:ext cx="9189905" cy="369332"/>
          </a:xfrm>
          <a:prstGeom prst="rect">
            <a:avLst/>
          </a:prstGeom>
          <a:noFill/>
          <a:ln w="25400">
            <a:noFill/>
          </a:ln>
        </p:spPr>
        <p:txBody>
          <a:bodyPr wrap="square" rtlCol="0">
            <a:spAutoFit/>
          </a:bodyPr>
          <a:lstStyle/>
          <a:p>
            <a:r>
              <a:rPr lang="it-IT" dirty="0">
                <a:solidFill>
                  <a:schemeClr val="bg1"/>
                </a:solidFill>
              </a:rPr>
              <a:t>The </a:t>
            </a:r>
            <a:r>
              <a:rPr lang="it-IT" dirty="0" err="1">
                <a:solidFill>
                  <a:schemeClr val="bg1"/>
                </a:solidFill>
              </a:rPr>
              <a:t>number</a:t>
            </a:r>
            <a:r>
              <a:rPr lang="it-IT" dirty="0">
                <a:solidFill>
                  <a:schemeClr val="bg1"/>
                </a:solidFill>
              </a:rPr>
              <a:t> of </a:t>
            </a:r>
            <a:r>
              <a:rPr lang="it-IT" dirty="0" err="1">
                <a:solidFill>
                  <a:schemeClr val="bg1"/>
                </a:solidFill>
              </a:rPr>
              <a:t>accidents</a:t>
            </a:r>
            <a:r>
              <a:rPr lang="it-IT" dirty="0">
                <a:solidFill>
                  <a:schemeClr val="bg1"/>
                </a:solidFill>
              </a:rPr>
              <a:t> and </a:t>
            </a:r>
            <a:r>
              <a:rPr lang="it-IT" dirty="0" err="1">
                <a:solidFill>
                  <a:schemeClr val="bg1"/>
                </a:solidFill>
              </a:rPr>
              <a:t>their</a:t>
            </a:r>
            <a:r>
              <a:rPr lang="it-IT" dirty="0">
                <a:solidFill>
                  <a:schemeClr val="bg1"/>
                </a:solidFill>
              </a:rPr>
              <a:t> </a:t>
            </a:r>
            <a:r>
              <a:rPr lang="it-IT" dirty="0" err="1">
                <a:solidFill>
                  <a:schemeClr val="bg1"/>
                </a:solidFill>
              </a:rPr>
              <a:t>consequences</a:t>
            </a:r>
            <a:r>
              <a:rPr lang="it-IT" dirty="0">
                <a:solidFill>
                  <a:schemeClr val="bg1"/>
                </a:solidFill>
              </a:rPr>
              <a:t> </a:t>
            </a:r>
            <a:r>
              <a:rPr lang="it-IT" dirty="0" err="1">
                <a:solidFill>
                  <a:schemeClr val="bg1"/>
                </a:solidFill>
              </a:rPr>
              <a:t>is</a:t>
            </a:r>
            <a:r>
              <a:rPr lang="it-IT" dirty="0">
                <a:solidFill>
                  <a:schemeClr val="bg1"/>
                </a:solidFill>
              </a:rPr>
              <a:t> </a:t>
            </a:r>
            <a:r>
              <a:rPr lang="it-IT" dirty="0" err="1">
                <a:solidFill>
                  <a:schemeClr val="bg1"/>
                </a:solidFill>
              </a:rPr>
              <a:t>natually</a:t>
            </a:r>
            <a:r>
              <a:rPr lang="it-IT" dirty="0">
                <a:solidFill>
                  <a:schemeClr val="bg1"/>
                </a:solidFill>
              </a:rPr>
              <a:t> </a:t>
            </a:r>
            <a:r>
              <a:rPr lang="it-IT" dirty="0" err="1">
                <a:solidFill>
                  <a:schemeClr val="bg1"/>
                </a:solidFill>
              </a:rPr>
              <a:t>higher</a:t>
            </a:r>
            <a:endParaRPr lang="it-IT" dirty="0">
              <a:solidFill>
                <a:schemeClr val="bg1"/>
              </a:solidFill>
            </a:endParaRPr>
          </a:p>
        </p:txBody>
      </p:sp>
      <p:cxnSp>
        <p:nvCxnSpPr>
          <p:cNvPr id="35" name="Straight Connector 34">
            <a:extLst>
              <a:ext uri="{FF2B5EF4-FFF2-40B4-BE49-F238E27FC236}">
                <a16:creationId xmlns:a16="http://schemas.microsoft.com/office/drawing/2014/main" id="{F8FC7146-2D82-3C7E-33A0-1939A1CA2C0E}"/>
              </a:ext>
            </a:extLst>
          </p:cNvPr>
          <p:cNvCxnSpPr>
            <a:cxnSpLocks/>
          </p:cNvCxnSpPr>
          <p:nvPr/>
        </p:nvCxnSpPr>
        <p:spPr>
          <a:xfrm>
            <a:off x="536577" y="4414543"/>
            <a:ext cx="0" cy="1437617"/>
          </a:xfrm>
          <a:prstGeom prst="line">
            <a:avLst/>
          </a:prstGeom>
          <a:ln w="38100">
            <a:solidFill>
              <a:srgbClr val="F0E19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3691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7897-BC31-8732-8E97-2D89D0124A1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B1F1CB8-5FBF-7F94-309E-7B016FDF0017}"/>
              </a:ext>
            </a:extLst>
          </p:cNvPr>
          <p:cNvSpPr/>
          <p:nvPr/>
        </p:nvSpPr>
        <p:spPr>
          <a:xfrm flipH="1">
            <a:off x="-5816" y="0"/>
            <a:ext cx="12197816" cy="6858000"/>
          </a:xfrm>
          <a:prstGeom prst="rect">
            <a:avLst/>
          </a:prstGeom>
          <a:solidFill>
            <a:srgbClr val="09124F"/>
          </a:solidFill>
          <a:ln>
            <a:solidFill>
              <a:srgbClr val="0912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28366079-A322-B674-BB05-66D3DBC39C63}"/>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backgroundRemoval t="9609" b="97509" l="3800" r="96400">
                        <a14:foregroundMark x1="6000" y1="87544" x2="8100" y2="70463"/>
                        <a14:foregroundMark x1="8100" y1="70463" x2="23200" y2="75089"/>
                        <a14:foregroundMark x1="23200" y1="75089" x2="29600" y2="68505"/>
                        <a14:foregroundMark x1="29600" y1="68505" x2="73400" y2="84698"/>
                        <a14:foregroundMark x1="73400" y1="84698" x2="88100" y2="78826"/>
                        <a14:foregroundMark x1="88100" y1="78826" x2="92300" y2="66548"/>
                        <a14:foregroundMark x1="92300" y1="66548" x2="91700" y2="51068"/>
                        <a14:foregroundMark x1="91700" y1="51068" x2="93900" y2="33986"/>
                        <a14:foregroundMark x1="27000" y1="66370" x2="12600" y2="62100"/>
                        <a14:foregroundMark x1="12600" y1="62100" x2="5700" y2="74199"/>
                        <a14:foregroundMark x1="5700" y1="74199" x2="16400" y2="97153"/>
                        <a14:foregroundMark x1="16400" y1="97153" x2="25100" y2="96797"/>
                        <a14:foregroundMark x1="25100" y1="96797" x2="52700" y2="98221"/>
                        <a14:foregroundMark x1="52700" y1="98221" x2="64400" y2="90214"/>
                        <a14:foregroundMark x1="64400" y1="90214" x2="52900" y2="70996"/>
                        <a14:foregroundMark x1="52900" y1="70996" x2="35200" y2="63345"/>
                        <a14:foregroundMark x1="20100" y1="79181" x2="38700" y2="85587"/>
                        <a14:foregroundMark x1="38700" y1="85587" x2="25100" y2="89680"/>
                        <a14:foregroundMark x1="25100" y1="89680" x2="35100" y2="86299"/>
                        <a14:foregroundMark x1="35100" y1="86299" x2="30000" y2="77580"/>
                        <a14:foregroundMark x1="30000" y1="77580" x2="21200" y2="71174"/>
                        <a14:foregroundMark x1="21200" y1="71174" x2="7900" y2="69395"/>
                        <a14:foregroundMark x1="7900" y1="69395" x2="5700" y2="80961"/>
                        <a14:foregroundMark x1="5700" y1="80961" x2="8800" y2="97331"/>
                        <a14:foregroundMark x1="8800" y1="97331" x2="31500" y2="92349"/>
                        <a14:foregroundMark x1="31500" y1="92349" x2="39800" y2="95196"/>
                        <a14:foregroundMark x1="39800" y1="95196" x2="55600" y2="92705"/>
                        <a14:foregroundMark x1="55600" y1="92705" x2="93300" y2="94306"/>
                        <a14:foregroundMark x1="93300" y1="94306" x2="96400" y2="38078"/>
                        <a14:foregroundMark x1="96400" y1="38078" x2="92300" y2="28292"/>
                        <a14:foregroundMark x1="96000" y1="12456" x2="88100" y2="14235"/>
                        <a14:foregroundMark x1="88100" y1="14235" x2="94800" y2="17972"/>
                        <a14:foregroundMark x1="94800" y1="17972" x2="97800" y2="65658"/>
                        <a14:foregroundMark x1="97800" y1="65658" x2="96800" y2="82028"/>
                        <a14:foregroundMark x1="96800" y1="82028" x2="84500" y2="98043"/>
                        <a14:foregroundMark x1="84500" y1="98043" x2="13900" y2="95552"/>
                        <a14:foregroundMark x1="13900" y1="95552" x2="5000" y2="87900"/>
                        <a14:foregroundMark x1="5000" y1="87900" x2="3800" y2="69929"/>
                        <a14:foregroundMark x1="3800" y1="69929" x2="5100" y2="97509"/>
                      </a14:backgroundRemoval>
                    </a14:imgEffect>
                    <a14:imgEffect>
                      <a14:colorTemperature colorTemp="7200"/>
                    </a14:imgEffect>
                  </a14:imgLayer>
                </a14:imgProps>
              </a:ext>
            </a:extLst>
          </a:blip>
          <a:stretch>
            <a:fillRect/>
          </a:stretch>
        </p:blipFill>
        <p:spPr>
          <a:xfrm flipH="1">
            <a:off x="-122042" y="2907034"/>
            <a:ext cx="7030188" cy="3950966"/>
          </a:xfrm>
          <a:prstGeom prst="rect">
            <a:avLst/>
          </a:prstGeom>
        </p:spPr>
      </p:pic>
      <p:sp>
        <p:nvSpPr>
          <p:cNvPr id="18" name="Rectangle 17">
            <a:extLst>
              <a:ext uri="{FF2B5EF4-FFF2-40B4-BE49-F238E27FC236}">
                <a16:creationId xmlns:a16="http://schemas.microsoft.com/office/drawing/2014/main" id="{FF17D06E-B79F-B7A7-9E4C-8FC6367A2BDB}"/>
              </a:ext>
            </a:extLst>
          </p:cNvPr>
          <p:cNvSpPr/>
          <p:nvPr/>
        </p:nvSpPr>
        <p:spPr>
          <a:xfrm flipH="1">
            <a:off x="2908549" y="0"/>
            <a:ext cx="4003289" cy="6858000"/>
          </a:xfrm>
          <a:prstGeom prst="rect">
            <a:avLst/>
          </a:prstGeom>
          <a:gradFill flip="none" rotWithShape="1">
            <a:gsLst>
              <a:gs pos="0">
                <a:srgbClr val="09124F"/>
              </a:gs>
              <a:gs pos="100000">
                <a:srgbClr val="09124F">
                  <a:alpha val="0"/>
                </a:srgbClr>
              </a:gs>
            </a:gsLst>
            <a:lin ang="0" scaled="1"/>
            <a:tileRect/>
          </a:gradFill>
          <a:ln>
            <a:solidFill>
              <a:srgbClr val="0912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sellaDiTesto 4">
            <a:extLst>
              <a:ext uri="{FF2B5EF4-FFF2-40B4-BE49-F238E27FC236}">
                <a16:creationId xmlns:a16="http://schemas.microsoft.com/office/drawing/2014/main" id="{3B6EF4E8-D874-2BE9-0058-AA4134C673AE}"/>
              </a:ext>
            </a:extLst>
          </p:cNvPr>
          <p:cNvSpPr txBox="1"/>
          <p:nvPr/>
        </p:nvSpPr>
        <p:spPr>
          <a:xfrm>
            <a:off x="0" y="197768"/>
            <a:ext cx="12192000" cy="584775"/>
          </a:xfrm>
          <a:prstGeom prst="rect">
            <a:avLst/>
          </a:prstGeom>
          <a:noFill/>
        </p:spPr>
        <p:txBody>
          <a:bodyPr wrap="square" rtlCol="0">
            <a:spAutoFit/>
          </a:bodyPr>
          <a:lstStyle/>
          <a:p>
            <a:r>
              <a:rPr lang="it-IT" sz="3200" b="1" dirty="0">
                <a:solidFill>
                  <a:srgbClr val="F0E199"/>
                </a:solidFill>
              </a:rPr>
              <a:t>    CLUSTERING, REGRESSION AND STORYTELLING</a:t>
            </a:r>
          </a:p>
        </p:txBody>
      </p:sp>
      <p:cxnSp>
        <p:nvCxnSpPr>
          <p:cNvPr id="2" name="Connettore 2 26">
            <a:extLst>
              <a:ext uri="{FF2B5EF4-FFF2-40B4-BE49-F238E27FC236}">
                <a16:creationId xmlns:a16="http://schemas.microsoft.com/office/drawing/2014/main" id="{F7FC44C1-FCBE-A50C-813A-0305926F34D0}"/>
              </a:ext>
            </a:extLst>
          </p:cNvPr>
          <p:cNvCxnSpPr>
            <a:cxnSpLocks/>
          </p:cNvCxnSpPr>
          <p:nvPr/>
        </p:nvCxnSpPr>
        <p:spPr>
          <a:xfrm>
            <a:off x="1519190" y="925418"/>
            <a:ext cx="0" cy="3137131"/>
          </a:xfrm>
          <a:prstGeom prst="straightConnector1">
            <a:avLst/>
          </a:prstGeom>
          <a:ln w="53975"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 name="CasellaDiTesto 1">
            <a:extLst>
              <a:ext uri="{FF2B5EF4-FFF2-40B4-BE49-F238E27FC236}">
                <a16:creationId xmlns:a16="http://schemas.microsoft.com/office/drawing/2014/main" id="{59079FEC-F349-4F5B-2EE7-E0593365FF74}"/>
              </a:ext>
            </a:extLst>
          </p:cNvPr>
          <p:cNvSpPr txBox="1"/>
          <p:nvPr/>
        </p:nvSpPr>
        <p:spPr>
          <a:xfrm>
            <a:off x="440670" y="1120311"/>
            <a:ext cx="2183175" cy="646331"/>
          </a:xfrm>
          <a:prstGeom prst="rect">
            <a:avLst/>
          </a:prstGeom>
          <a:solidFill>
            <a:schemeClr val="bg1"/>
          </a:solidFill>
        </p:spPr>
        <p:txBody>
          <a:bodyPr wrap="square" rtlCol="0">
            <a:spAutoFit/>
          </a:bodyPr>
          <a:lstStyle/>
          <a:p>
            <a:pPr algn="ctr"/>
            <a:r>
              <a:rPr lang="it-IT" b="1" dirty="0"/>
              <a:t>CLUSTERING ANALYSIS</a:t>
            </a:r>
          </a:p>
        </p:txBody>
      </p:sp>
      <p:sp>
        <p:nvSpPr>
          <p:cNvPr id="7" name="CasellaDiTesto 12">
            <a:extLst>
              <a:ext uri="{FF2B5EF4-FFF2-40B4-BE49-F238E27FC236}">
                <a16:creationId xmlns:a16="http://schemas.microsoft.com/office/drawing/2014/main" id="{C17ED048-1A45-B88A-4D7B-607CFDBBCC9A}"/>
              </a:ext>
            </a:extLst>
          </p:cNvPr>
          <p:cNvSpPr txBox="1"/>
          <p:nvPr/>
        </p:nvSpPr>
        <p:spPr>
          <a:xfrm>
            <a:off x="2763391" y="1119950"/>
            <a:ext cx="9189905" cy="646331"/>
          </a:xfrm>
          <a:prstGeom prst="rect">
            <a:avLst/>
          </a:prstGeom>
          <a:noFill/>
          <a:ln w="25400">
            <a:noFill/>
          </a:ln>
        </p:spPr>
        <p:txBody>
          <a:bodyPr wrap="square" rtlCol="0">
            <a:spAutoFit/>
          </a:bodyPr>
          <a:lstStyle/>
          <a:p>
            <a:r>
              <a:rPr lang="it-IT" dirty="0" err="1">
                <a:solidFill>
                  <a:schemeClr val="bg1"/>
                </a:solidFill>
              </a:rPr>
              <a:t>Grouped</a:t>
            </a:r>
            <a:r>
              <a:rPr lang="it-IT" dirty="0">
                <a:solidFill>
                  <a:schemeClr val="bg1"/>
                </a:solidFill>
              </a:rPr>
              <a:t> </a:t>
            </a:r>
            <a:r>
              <a:rPr lang="it-IT" dirty="0" err="1">
                <a:solidFill>
                  <a:schemeClr val="bg1"/>
                </a:solidFill>
              </a:rPr>
              <a:t>municipalities</a:t>
            </a:r>
            <a:r>
              <a:rPr lang="it-IT" dirty="0">
                <a:solidFill>
                  <a:schemeClr val="bg1"/>
                </a:solidFill>
              </a:rPr>
              <a:t> </a:t>
            </a:r>
            <a:r>
              <a:rPr lang="it-IT" dirty="0" err="1">
                <a:solidFill>
                  <a:schemeClr val="bg1"/>
                </a:solidFill>
              </a:rPr>
              <a:t>using</a:t>
            </a:r>
            <a:r>
              <a:rPr lang="it-IT" dirty="0">
                <a:solidFill>
                  <a:schemeClr val="bg1"/>
                </a:solidFill>
              </a:rPr>
              <a:t> </a:t>
            </a:r>
            <a:r>
              <a:rPr lang="it-IT" dirty="0" err="1">
                <a:solidFill>
                  <a:schemeClr val="bg1"/>
                </a:solidFill>
              </a:rPr>
              <a:t>unsupervised</a:t>
            </a:r>
            <a:r>
              <a:rPr lang="it-IT" dirty="0">
                <a:solidFill>
                  <a:schemeClr val="bg1"/>
                </a:solidFill>
              </a:rPr>
              <a:t> learning </a:t>
            </a:r>
            <a:r>
              <a:rPr lang="it-IT" dirty="0" err="1">
                <a:solidFill>
                  <a:schemeClr val="bg1"/>
                </a:solidFill>
              </a:rPr>
              <a:t>based</a:t>
            </a:r>
            <a:r>
              <a:rPr lang="it-IT" dirty="0">
                <a:solidFill>
                  <a:schemeClr val="bg1"/>
                </a:solidFill>
              </a:rPr>
              <a:t> on </a:t>
            </a:r>
            <a:r>
              <a:rPr lang="it-IT" dirty="0" err="1">
                <a:solidFill>
                  <a:schemeClr val="bg1"/>
                </a:solidFill>
              </a:rPr>
              <a:t>adjusted</a:t>
            </a:r>
            <a:r>
              <a:rPr lang="it-IT" dirty="0">
                <a:solidFill>
                  <a:schemeClr val="bg1"/>
                </a:solidFill>
              </a:rPr>
              <a:t> rates in </a:t>
            </a:r>
            <a:r>
              <a:rPr lang="it-IT" dirty="0" err="1">
                <a:solidFill>
                  <a:schemeClr val="bg1"/>
                </a:solidFill>
              </a:rPr>
              <a:t>order</a:t>
            </a:r>
            <a:r>
              <a:rPr lang="it-IT" dirty="0">
                <a:solidFill>
                  <a:schemeClr val="bg1"/>
                </a:solidFill>
              </a:rPr>
              <a:t> to </a:t>
            </a:r>
            <a:r>
              <a:rPr lang="it-IT" dirty="0" err="1">
                <a:solidFill>
                  <a:schemeClr val="bg1"/>
                </a:solidFill>
              </a:rPr>
              <a:t>identify</a:t>
            </a:r>
            <a:r>
              <a:rPr lang="it-IT" dirty="0">
                <a:solidFill>
                  <a:schemeClr val="bg1"/>
                </a:solidFill>
              </a:rPr>
              <a:t> </a:t>
            </a:r>
            <a:r>
              <a:rPr lang="it-IT" dirty="0" err="1">
                <a:solidFill>
                  <a:schemeClr val="bg1"/>
                </a:solidFill>
              </a:rPr>
              <a:t>distinct</a:t>
            </a:r>
            <a:r>
              <a:rPr lang="it-IT" dirty="0">
                <a:solidFill>
                  <a:schemeClr val="bg1"/>
                </a:solidFill>
              </a:rPr>
              <a:t> classes of risk.</a:t>
            </a:r>
          </a:p>
        </p:txBody>
      </p:sp>
      <p:sp>
        <p:nvSpPr>
          <p:cNvPr id="9" name="CasellaDiTesto 1">
            <a:extLst>
              <a:ext uri="{FF2B5EF4-FFF2-40B4-BE49-F238E27FC236}">
                <a16:creationId xmlns:a16="http://schemas.microsoft.com/office/drawing/2014/main" id="{ABC292D4-9508-4699-465E-FB3E0772D452}"/>
              </a:ext>
            </a:extLst>
          </p:cNvPr>
          <p:cNvSpPr txBox="1"/>
          <p:nvPr/>
        </p:nvSpPr>
        <p:spPr>
          <a:xfrm>
            <a:off x="440669" y="1988023"/>
            <a:ext cx="2183175" cy="646331"/>
          </a:xfrm>
          <a:prstGeom prst="rect">
            <a:avLst/>
          </a:prstGeom>
          <a:solidFill>
            <a:schemeClr val="bg1"/>
          </a:solidFill>
        </p:spPr>
        <p:txBody>
          <a:bodyPr wrap="square" rtlCol="0">
            <a:spAutoFit/>
          </a:bodyPr>
          <a:lstStyle/>
          <a:p>
            <a:pPr algn="ctr"/>
            <a:r>
              <a:rPr lang="it-IT" b="1" dirty="0"/>
              <a:t>LINEAR REGRESSION</a:t>
            </a:r>
          </a:p>
        </p:txBody>
      </p:sp>
      <p:sp>
        <p:nvSpPr>
          <p:cNvPr id="11" name="CasellaDiTesto 12">
            <a:extLst>
              <a:ext uri="{FF2B5EF4-FFF2-40B4-BE49-F238E27FC236}">
                <a16:creationId xmlns:a16="http://schemas.microsoft.com/office/drawing/2014/main" id="{1DB66668-0F97-CCDB-EC30-C5E290296A3F}"/>
              </a:ext>
            </a:extLst>
          </p:cNvPr>
          <p:cNvSpPr txBox="1"/>
          <p:nvPr/>
        </p:nvSpPr>
        <p:spPr>
          <a:xfrm>
            <a:off x="2763390" y="2119742"/>
            <a:ext cx="9189905" cy="369332"/>
          </a:xfrm>
          <a:prstGeom prst="rect">
            <a:avLst/>
          </a:prstGeom>
          <a:noFill/>
          <a:ln w="25400">
            <a:noFill/>
          </a:ln>
        </p:spPr>
        <p:txBody>
          <a:bodyPr wrap="square" rtlCol="0">
            <a:spAutoFit/>
          </a:bodyPr>
          <a:lstStyle/>
          <a:p>
            <a:r>
              <a:rPr lang="en-US" dirty="0">
                <a:solidFill>
                  <a:schemeClr val="bg1"/>
                </a:solidFill>
              </a:rPr>
              <a:t>Statistical modeling to forecast trends and predict accident rates for 2030.</a:t>
            </a:r>
            <a:endParaRPr lang="it-IT" dirty="0">
              <a:solidFill>
                <a:schemeClr val="bg1"/>
              </a:solidFill>
            </a:endParaRPr>
          </a:p>
        </p:txBody>
      </p:sp>
      <p:sp>
        <p:nvSpPr>
          <p:cNvPr id="13" name="CasellaDiTesto 1">
            <a:extLst>
              <a:ext uri="{FF2B5EF4-FFF2-40B4-BE49-F238E27FC236}">
                <a16:creationId xmlns:a16="http://schemas.microsoft.com/office/drawing/2014/main" id="{9255D81E-F7D6-1813-A812-9DC6BCCE7A7C}"/>
              </a:ext>
            </a:extLst>
          </p:cNvPr>
          <p:cNvSpPr txBox="1"/>
          <p:nvPr/>
        </p:nvSpPr>
        <p:spPr>
          <a:xfrm>
            <a:off x="440668" y="2855735"/>
            <a:ext cx="2183175" cy="646331"/>
          </a:xfrm>
          <a:prstGeom prst="rect">
            <a:avLst/>
          </a:prstGeom>
          <a:solidFill>
            <a:schemeClr val="bg1"/>
          </a:solidFill>
        </p:spPr>
        <p:txBody>
          <a:bodyPr wrap="square" rtlCol="0">
            <a:spAutoFit/>
          </a:bodyPr>
          <a:lstStyle/>
          <a:p>
            <a:pPr algn="ctr"/>
            <a:r>
              <a:rPr lang="it-IT" b="1" dirty="0"/>
              <a:t>POWER BI STORYTELLING</a:t>
            </a:r>
          </a:p>
        </p:txBody>
      </p:sp>
      <p:pic>
        <p:nvPicPr>
          <p:cNvPr id="15" name="Picture 14">
            <a:extLst>
              <a:ext uri="{FF2B5EF4-FFF2-40B4-BE49-F238E27FC236}">
                <a16:creationId xmlns:a16="http://schemas.microsoft.com/office/drawing/2014/main" id="{B77DC3AB-2B99-68D3-D2A6-1107A92FD4FC}"/>
              </a:ext>
            </a:extLst>
          </p:cNvPr>
          <p:cNvPicPr>
            <a:picLocks noChangeAspect="1"/>
          </p:cNvPicPr>
          <p:nvPr/>
        </p:nvPicPr>
        <p:blipFill>
          <a:blip r:embed="rId4"/>
          <a:srcRect t="833"/>
          <a:stretch>
            <a:fillRect/>
          </a:stretch>
        </p:blipFill>
        <p:spPr>
          <a:xfrm>
            <a:off x="6610225" y="2855735"/>
            <a:ext cx="4864350" cy="3614718"/>
          </a:xfrm>
          <a:prstGeom prst="rect">
            <a:avLst/>
          </a:prstGeom>
          <a:ln>
            <a:solidFill>
              <a:srgbClr val="F0E199"/>
            </a:solidFill>
          </a:ln>
        </p:spPr>
      </p:pic>
      <p:sp>
        <p:nvSpPr>
          <p:cNvPr id="17" name="CasellaDiTesto 12">
            <a:extLst>
              <a:ext uri="{FF2B5EF4-FFF2-40B4-BE49-F238E27FC236}">
                <a16:creationId xmlns:a16="http://schemas.microsoft.com/office/drawing/2014/main" id="{BC3EDFC4-D55E-74BF-E1E2-0DA481E39599}"/>
              </a:ext>
            </a:extLst>
          </p:cNvPr>
          <p:cNvSpPr txBox="1"/>
          <p:nvPr/>
        </p:nvSpPr>
        <p:spPr>
          <a:xfrm>
            <a:off x="2812970" y="2994234"/>
            <a:ext cx="3283030" cy="369332"/>
          </a:xfrm>
          <a:prstGeom prst="rect">
            <a:avLst/>
          </a:prstGeom>
          <a:noFill/>
          <a:ln w="25400">
            <a:noFill/>
          </a:ln>
        </p:spPr>
        <p:txBody>
          <a:bodyPr wrap="square" rtlCol="0">
            <a:spAutoFit/>
          </a:bodyPr>
          <a:lstStyle/>
          <a:p>
            <a:r>
              <a:rPr lang="en-US" dirty="0">
                <a:solidFill>
                  <a:schemeClr val="bg1"/>
                </a:solidFill>
              </a:rPr>
              <a:t>Designed a visual dashboard.</a:t>
            </a:r>
            <a:endParaRPr lang="it-IT" dirty="0">
              <a:solidFill>
                <a:schemeClr val="bg1"/>
              </a:solidFill>
            </a:endParaRPr>
          </a:p>
        </p:txBody>
      </p:sp>
      <p:sp>
        <p:nvSpPr>
          <p:cNvPr id="19" name="Rectangle 18">
            <a:extLst>
              <a:ext uri="{FF2B5EF4-FFF2-40B4-BE49-F238E27FC236}">
                <a16:creationId xmlns:a16="http://schemas.microsoft.com/office/drawing/2014/main" id="{9C4C4ED7-655C-FAE2-6178-FC9252029D0D}"/>
              </a:ext>
            </a:extLst>
          </p:cNvPr>
          <p:cNvSpPr/>
          <p:nvPr/>
        </p:nvSpPr>
        <p:spPr>
          <a:xfrm>
            <a:off x="6289041" y="4467497"/>
            <a:ext cx="5506720" cy="2141455"/>
          </a:xfrm>
          <a:prstGeom prst="rect">
            <a:avLst/>
          </a:prstGeom>
          <a:gradFill flip="none" rotWithShape="1">
            <a:gsLst>
              <a:gs pos="0">
                <a:srgbClr val="09124F">
                  <a:alpha val="0"/>
                </a:srgbClr>
              </a:gs>
              <a:gs pos="89000">
                <a:srgbClr val="09124F"/>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51620D17-1DEB-CC62-FF50-D1E5529765F5}"/>
              </a:ext>
            </a:extLst>
          </p:cNvPr>
          <p:cNvSpPr/>
          <p:nvPr/>
        </p:nvSpPr>
        <p:spPr>
          <a:xfrm>
            <a:off x="1293223" y="3722912"/>
            <a:ext cx="431074" cy="431074"/>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842082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TotalTime>
  <Words>356</Words>
  <Application>Microsoft Office PowerPoint</Application>
  <PresentationFormat>Widescreen</PresentationFormat>
  <Paragraphs>48</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Tema di Office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Mauro Fragale</dc:creator>
  <cp:lastModifiedBy>Mauro Fragale</cp:lastModifiedBy>
  <cp:revision>2</cp:revision>
  <dcterms:created xsi:type="dcterms:W3CDTF">2026-10-16T14:37:43Z</dcterms:created>
  <dcterms:modified xsi:type="dcterms:W3CDTF">2026-10-17T13:03:32Z</dcterms:modified>
</cp:coreProperties>
</file>