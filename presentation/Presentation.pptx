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124F"/>
    <a:srgbClr val="F0E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63" d="100"/>
          <a:sy n="63" d="100"/>
        </p:scale>
        <p:origin x="6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o F" userId="de0a903c9bda524f" providerId="LiveId" clId="{510285D0-8217-4ABC-8E38-9A8E9F5607AD}"/>
    <pc:docChg chg="custSel addSld modSld">
      <pc:chgData name="Mauro F" userId="de0a903c9bda524f" providerId="LiveId" clId="{510285D0-8217-4ABC-8E38-9A8E9F5607AD}" dt="2026-10-17T09:39:53.094" v="232" actId="20577"/>
      <pc:docMkLst>
        <pc:docMk/>
      </pc:docMkLst>
      <pc:sldChg chg="addSp modSp mod">
        <pc:chgData name="Mauro F" userId="de0a903c9bda524f" providerId="LiveId" clId="{510285D0-8217-4ABC-8E38-9A8E9F5607AD}" dt="2026-10-17T09:37:34.066" v="108" actId="1036"/>
        <pc:sldMkLst>
          <pc:docMk/>
          <pc:sldMk cId="3718626334" sldId="256"/>
        </pc:sldMkLst>
        <pc:spChg chg="mod">
          <ac:chgData name="Mauro F" userId="de0a903c9bda524f" providerId="LiveId" clId="{510285D0-8217-4ABC-8E38-9A8E9F5607AD}" dt="2026-10-17T09:37:25.219" v="91" actId="14100"/>
          <ac:spMkLst>
            <pc:docMk/>
            <pc:sldMk cId="3718626334" sldId="256"/>
            <ac:spMk id="4" creationId="{BA4D8EE2-5B3C-F7A3-F253-7EE2D54664B9}"/>
          </ac:spMkLst>
        </pc:spChg>
        <pc:spChg chg="add mod">
          <ac:chgData name="Mauro F" userId="de0a903c9bda524f" providerId="LiveId" clId="{510285D0-8217-4ABC-8E38-9A8E9F5607AD}" dt="2026-10-17T09:37:34.066" v="108" actId="1036"/>
          <ac:spMkLst>
            <pc:docMk/>
            <pc:sldMk cId="3718626334" sldId="256"/>
            <ac:spMk id="5" creationId="{F743BB68-D4D3-784D-8012-9422C940871E}"/>
          </ac:spMkLst>
        </pc:spChg>
        <pc:picChg chg="mod">
          <ac:chgData name="Mauro F" userId="de0a903c9bda524f" providerId="LiveId" clId="{510285D0-8217-4ABC-8E38-9A8E9F5607AD}" dt="2026-10-17T09:37:21.190" v="90" actId="1035"/>
          <ac:picMkLst>
            <pc:docMk/>
            <pc:sldMk cId="3718626334" sldId="256"/>
            <ac:picMk id="3" creationId="{1CD87135-47F3-89AD-86F8-370BCB8C6162}"/>
          </ac:picMkLst>
        </pc:picChg>
      </pc:sldChg>
      <pc:sldChg chg="delSp modSp add mod setBg">
        <pc:chgData name="Mauro F" userId="de0a903c9bda524f" providerId="LiveId" clId="{510285D0-8217-4ABC-8E38-9A8E9F5607AD}" dt="2026-10-17T09:38:34.691" v="150" actId="478"/>
        <pc:sldMkLst>
          <pc:docMk/>
          <pc:sldMk cId="4123649704" sldId="259"/>
        </pc:sldMkLst>
        <pc:spChg chg="del">
          <ac:chgData name="Mauro F" userId="de0a903c9bda524f" providerId="LiveId" clId="{510285D0-8217-4ABC-8E38-9A8E9F5607AD}" dt="2026-10-17T09:38:34.691" v="150" actId="478"/>
          <ac:spMkLst>
            <pc:docMk/>
            <pc:sldMk cId="4123649704" sldId="259"/>
            <ac:spMk id="2" creationId="{743FA614-BD65-39DD-6081-3A46A3797D7F}"/>
          </ac:spMkLst>
        </pc:spChg>
        <pc:spChg chg="del">
          <ac:chgData name="Mauro F" userId="de0a903c9bda524f" providerId="LiveId" clId="{510285D0-8217-4ABC-8E38-9A8E9F5607AD}" dt="2026-10-17T09:38:34.691" v="150" actId="478"/>
          <ac:spMkLst>
            <pc:docMk/>
            <pc:sldMk cId="4123649704" sldId="259"/>
            <ac:spMk id="4" creationId="{7AA2CA44-0AF8-A9BF-77F9-C33A9112513F}"/>
          </ac:spMkLst>
        </pc:spChg>
        <pc:spChg chg="mod">
          <ac:chgData name="Mauro F" userId="de0a903c9bda524f" providerId="LiveId" clId="{510285D0-8217-4ABC-8E38-9A8E9F5607AD}" dt="2026-10-17T09:38:22.806" v="149" actId="20577"/>
          <ac:spMkLst>
            <pc:docMk/>
            <pc:sldMk cId="4123649704" sldId="259"/>
            <ac:spMk id="5" creationId="{6E1BED1F-A53A-ACA0-0026-D2EB897C60FB}"/>
          </ac:spMkLst>
        </pc:spChg>
        <pc:spChg chg="del">
          <ac:chgData name="Mauro F" userId="de0a903c9bda524f" providerId="LiveId" clId="{510285D0-8217-4ABC-8E38-9A8E9F5607AD}" dt="2026-10-17T09:38:34.691" v="150" actId="478"/>
          <ac:spMkLst>
            <pc:docMk/>
            <pc:sldMk cId="4123649704" sldId="259"/>
            <ac:spMk id="7" creationId="{9B5DBE19-5692-6136-F18A-E481C511AD60}"/>
          </ac:spMkLst>
        </pc:spChg>
        <pc:spChg chg="del">
          <ac:chgData name="Mauro F" userId="de0a903c9bda524f" providerId="LiveId" clId="{510285D0-8217-4ABC-8E38-9A8E9F5607AD}" dt="2026-10-17T09:38:34.691" v="150" actId="478"/>
          <ac:spMkLst>
            <pc:docMk/>
            <pc:sldMk cId="4123649704" sldId="259"/>
            <ac:spMk id="9" creationId="{D860AB8E-11C6-CE9F-E93C-FD4A4EAB8C9E}"/>
          </ac:spMkLst>
        </pc:spChg>
        <pc:spChg chg="del">
          <ac:chgData name="Mauro F" userId="de0a903c9bda524f" providerId="LiveId" clId="{510285D0-8217-4ABC-8E38-9A8E9F5607AD}" dt="2026-10-17T09:38:34.691" v="150" actId="478"/>
          <ac:spMkLst>
            <pc:docMk/>
            <pc:sldMk cId="4123649704" sldId="259"/>
            <ac:spMk id="11" creationId="{3AC83C9A-A1B4-83A8-52A9-99ACD6DAFDD6}"/>
          </ac:spMkLst>
        </pc:spChg>
        <pc:spChg chg="del">
          <ac:chgData name="Mauro F" userId="de0a903c9bda524f" providerId="LiveId" clId="{510285D0-8217-4ABC-8E38-9A8E9F5607AD}" dt="2026-10-17T09:38:34.691" v="150" actId="478"/>
          <ac:spMkLst>
            <pc:docMk/>
            <pc:sldMk cId="4123649704" sldId="259"/>
            <ac:spMk id="23" creationId="{1EA32D3B-92BF-B802-67C5-A9701FF94D77}"/>
          </ac:spMkLst>
        </pc:spChg>
        <pc:cxnChg chg="del">
          <ac:chgData name="Mauro F" userId="de0a903c9bda524f" providerId="LiveId" clId="{510285D0-8217-4ABC-8E38-9A8E9F5607AD}" dt="2026-10-17T09:38:34.691" v="150" actId="478"/>
          <ac:cxnSpMkLst>
            <pc:docMk/>
            <pc:sldMk cId="4123649704" sldId="259"/>
            <ac:cxnSpMk id="27" creationId="{917E28B1-368A-1C72-EF36-DBC5304A3761}"/>
          </ac:cxnSpMkLst>
        </pc:cxnChg>
      </pc:sldChg>
      <pc:sldChg chg="modSp add mod">
        <pc:chgData name="Mauro F" userId="de0a903c9bda524f" providerId="LiveId" clId="{510285D0-8217-4ABC-8E38-9A8E9F5607AD}" dt="2026-10-17T09:39:29.819" v="207" actId="20577"/>
        <pc:sldMkLst>
          <pc:docMk/>
          <pc:sldMk cId="368268255" sldId="260"/>
        </pc:sldMkLst>
        <pc:spChg chg="mod">
          <ac:chgData name="Mauro F" userId="de0a903c9bda524f" providerId="LiveId" clId="{510285D0-8217-4ABC-8E38-9A8E9F5607AD}" dt="2026-10-17T09:39:29.819" v="207" actId="20577"/>
          <ac:spMkLst>
            <pc:docMk/>
            <pc:sldMk cId="368268255" sldId="260"/>
            <ac:spMk id="5" creationId="{FC5E8902-4CBF-160B-B6D9-36EBB66ED0E9}"/>
          </ac:spMkLst>
        </pc:spChg>
      </pc:sldChg>
      <pc:sldChg chg="modSp add mod">
        <pc:chgData name="Mauro F" userId="de0a903c9bda524f" providerId="LiveId" clId="{510285D0-8217-4ABC-8E38-9A8E9F5607AD}" dt="2026-10-17T09:39:53.094" v="232" actId="20577"/>
        <pc:sldMkLst>
          <pc:docMk/>
          <pc:sldMk cId="914126351" sldId="261"/>
        </pc:sldMkLst>
        <pc:spChg chg="mod">
          <ac:chgData name="Mauro F" userId="de0a903c9bda524f" providerId="LiveId" clId="{510285D0-8217-4ABC-8E38-9A8E9F5607AD}" dt="2026-10-17T09:39:53.094" v="232" actId="20577"/>
          <ac:spMkLst>
            <pc:docMk/>
            <pc:sldMk cId="914126351" sldId="261"/>
            <ac:spMk id="5" creationId="{5936B12F-A34E-3ED4-83AC-2373E20B6F0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A60B03-50B6-E697-6B6D-7D8E57CAF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5606207-983E-644A-C212-050B30C83C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0676E9-80AB-B6C9-1CCB-ACD19D7E8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E430701-6759-E903-7656-9BB37FDB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878E65B-C1E7-529C-1F34-660BBC283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7633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298CEA-8848-7CD0-5E63-B51927153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A7E5D2-7E6A-72FC-0CAF-5E26DC899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8AB61F0-DEA6-26FA-53F4-8F064EF7E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9D9BBCE-85DB-C452-5500-E60DE221D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C2EECA-2CA4-C555-A0F1-770D55368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8693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05B8C1-7712-C665-02A0-455DE2298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870CE68-BB87-9E5C-C8CE-7241DAA74A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6D712D-91F6-B013-5C07-F9B5021BD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91943CC-E45D-4242-B464-6D216E73A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3B1014-F37F-08BB-4EF1-9E1F57E17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8875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F0164D-94C1-F1D4-EE4D-0DF60B3B2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3D06B8-30EA-CBFE-C0D2-6BE829C35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5A6643B-AF62-7C35-316D-1744BFB153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892BC0A-EE5C-FE7E-99E7-736D7E63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D66E94E-BA9C-2179-766E-1B9792D75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4FFA016-8244-6F69-7A8F-536ECCB43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844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56FC68-E0BE-7A79-31CB-26619FC6F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A429B2-4543-5780-4DA4-A20F189AA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A938FB2-1827-4962-C68E-E89034E58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B22D5D8-C26A-D36F-1B58-156FDE19C1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E580114-D817-64C6-AA5F-92C113019F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D3E2F4F-9741-5521-DDBD-12102527C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7663B4D-9922-F990-4988-6B78CC6A4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8455D25-7786-BF25-089D-F60EE1BC3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8529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3E40BD-7FA9-B984-C077-D2DBAF668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28F58D3-234B-0867-BA3D-7B3C75F61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BED6A3C-BDDB-F03D-B7D0-D1CA0D586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E075CDA-A56F-1025-8F80-24FEA0AC9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8870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4DE2DE1-3D0A-7DE0-332F-E82ED4082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2E6031A-CCB4-EF93-C1D2-A03270CF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E91C20-32D5-AAC6-36B1-8FD32D9C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32463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816C-1611-CBEC-693A-66A6BF46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5E11BB-4C2E-08D7-F277-8FC20FC65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9F8F4F8-E429-B488-88BF-7321978EA6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546B6E3-05AD-840F-3A99-42E249ED6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8EA24ED-088F-7081-5108-08EA18AC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04F014-44D2-5D7F-C7FE-D425F592E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77531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A11DDC-ADE6-F67B-8403-634740634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BB1DAF1-2F7F-D458-EAEC-91456E3EDE7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C8F8412-ED2A-6C67-4AE6-266BE9AA6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0D20343-C934-463B-1D95-9B5D17739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DDA22C-3EBF-C423-9395-976E8FE26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0764BB8-53DE-7DDF-8DB6-E21857AD8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3699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D9963F-250A-86AE-D6DB-02219879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4E3B35C-5929-7C27-4D1B-B441A39AF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08A6512-AC92-25A2-AFDB-E2931B98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7AFB7B3-64BD-42C4-9753-02B1FAC42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717692C-0828-4F96-76C6-43D71FE6E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1073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3D774C2-1E74-FDC8-7F30-6AD36F2F79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547C050-4FD4-D012-FF5D-FA9BB6A3E6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8235120-8EC1-50CD-A556-E14B6941B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7B54B3-4F48-9602-5F26-C7E51597D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E552292-0B83-FB5D-FDE9-69A987E4C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1241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814A8FB-AC8B-F18A-C11D-607F9C71C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740475-97BD-0DE3-A71B-C8C7907DC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F1EF435-C6C9-A8B3-574A-8DC06D6BE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317F8C-5589-4FBB-B34E-43D8CA72927B}" type="datetimeFigureOut">
              <a:rPr lang="it-IT" smtClean="0"/>
              <a:t>17/10/2026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2EB9046-CD4F-5C87-E512-2CAE97580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117D93-AAF7-FD9A-AE71-6C51E22B7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99E495-C49D-472F-94FC-A4AFFC5F071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4205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EBA66C-C4F8-D47A-0232-1858872B2D6F}"/>
              </a:ext>
            </a:extLst>
          </p:cNvPr>
          <p:cNvSpPr/>
          <p:nvPr/>
        </p:nvSpPr>
        <p:spPr>
          <a:xfrm>
            <a:off x="-5816" y="3629024"/>
            <a:ext cx="12197816" cy="3228975"/>
          </a:xfrm>
          <a:prstGeom prst="rect">
            <a:avLst/>
          </a:prstGeom>
          <a:solidFill>
            <a:srgbClr val="F0E199"/>
          </a:solidFill>
          <a:ln>
            <a:solidFill>
              <a:srgbClr val="F0E1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4D8EE2-5B3C-F7A3-F253-7EE2D54664B9}"/>
              </a:ext>
            </a:extLst>
          </p:cNvPr>
          <p:cNvSpPr/>
          <p:nvPr/>
        </p:nvSpPr>
        <p:spPr>
          <a:xfrm>
            <a:off x="-5816" y="-1"/>
            <a:ext cx="12197816" cy="1743075"/>
          </a:xfrm>
          <a:prstGeom prst="rect">
            <a:avLst/>
          </a:prstGeom>
          <a:solidFill>
            <a:srgbClr val="09124F"/>
          </a:solidFill>
          <a:ln>
            <a:solidFill>
              <a:srgbClr val="0912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D87135-47F3-89AD-86F8-370BCB8C6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16" y="1392555"/>
            <a:ext cx="12197816" cy="2952749"/>
          </a:xfrm>
          <a:prstGeom prst="rect">
            <a:avLst/>
          </a:prstGeom>
        </p:spPr>
      </p:pic>
      <p:sp>
        <p:nvSpPr>
          <p:cNvPr id="5" name="CasellaDiTesto 6">
            <a:extLst>
              <a:ext uri="{FF2B5EF4-FFF2-40B4-BE49-F238E27FC236}">
                <a16:creationId xmlns:a16="http://schemas.microsoft.com/office/drawing/2014/main" id="{F743BB68-D4D3-784D-8012-9422C940871E}"/>
              </a:ext>
            </a:extLst>
          </p:cNvPr>
          <p:cNvSpPr txBox="1"/>
          <p:nvPr/>
        </p:nvSpPr>
        <p:spPr>
          <a:xfrm>
            <a:off x="8702040" y="5071566"/>
            <a:ext cx="3152165" cy="1200329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9124F"/>
                </a:solidFill>
              </a:rPr>
              <a:t>MAURO FRAGALE</a:t>
            </a:r>
          </a:p>
          <a:p>
            <a:r>
              <a:rPr lang="it-IT" sz="2400" b="1" dirty="0">
                <a:solidFill>
                  <a:srgbClr val="09124F"/>
                </a:solidFill>
              </a:rPr>
              <a:t>17/10/2026</a:t>
            </a:r>
          </a:p>
          <a:p>
            <a:r>
              <a:rPr lang="it-IT" sz="2400" b="1" dirty="0">
                <a:solidFill>
                  <a:srgbClr val="09124F"/>
                </a:solidFill>
              </a:rPr>
              <a:t>DAPT29</a:t>
            </a:r>
          </a:p>
        </p:txBody>
      </p:sp>
    </p:spTree>
    <p:extLst>
      <p:ext uri="{BB962C8B-B14F-4D97-AF65-F5344CB8AC3E}">
        <p14:creationId xmlns:p14="http://schemas.microsoft.com/office/powerpoint/2010/main" val="3718626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70202B-1618-2A6D-313E-0262A09F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7E415C2-2CB8-5032-C14F-2FFA92245F26}"/>
              </a:ext>
            </a:extLst>
          </p:cNvPr>
          <p:cNvSpPr/>
          <p:nvPr/>
        </p:nvSpPr>
        <p:spPr>
          <a:xfrm>
            <a:off x="-5816" y="0"/>
            <a:ext cx="12197816" cy="6858000"/>
          </a:xfrm>
          <a:prstGeom prst="rect">
            <a:avLst/>
          </a:prstGeom>
          <a:solidFill>
            <a:srgbClr val="09124F"/>
          </a:solidFill>
          <a:ln>
            <a:solidFill>
              <a:srgbClr val="0912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50204D1A-2BA6-17F3-791B-279B937EE409}"/>
              </a:ext>
            </a:extLst>
          </p:cNvPr>
          <p:cNvCxnSpPr/>
          <p:nvPr/>
        </p:nvCxnSpPr>
        <p:spPr>
          <a:xfrm>
            <a:off x="1532257" y="925418"/>
            <a:ext cx="0" cy="5717755"/>
          </a:xfrm>
          <a:prstGeom prst="straightConnector1">
            <a:avLst/>
          </a:prstGeom>
          <a:ln w="53975" cap="flat" cmpd="sng" algn="ctr">
            <a:solidFill>
              <a:schemeClr val="bg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9579E96-1272-A62A-1BDC-6C18F6519339}"/>
              </a:ext>
            </a:extLst>
          </p:cNvPr>
          <p:cNvSpPr txBox="1"/>
          <p:nvPr/>
        </p:nvSpPr>
        <p:spPr>
          <a:xfrm>
            <a:off x="0" y="242372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1"/>
                </a:solidFill>
              </a:rPr>
              <a:t>### DATA PIPELINE #########################################################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FEF721-2BC8-DBD7-B178-2BC8579D9C4A}"/>
              </a:ext>
            </a:extLst>
          </p:cNvPr>
          <p:cNvSpPr txBox="1"/>
          <p:nvPr/>
        </p:nvSpPr>
        <p:spPr>
          <a:xfrm>
            <a:off x="440670" y="1120311"/>
            <a:ext cx="2183175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/>
              <a:t>DATA FROM</a:t>
            </a:r>
          </a:p>
          <a:p>
            <a:pPr algn="ctr"/>
            <a:r>
              <a:rPr lang="it-IT" b="1" dirty="0"/>
              <a:t>ISTAT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263BA37-B360-4F7B-720B-C2FD471A699B}"/>
              </a:ext>
            </a:extLst>
          </p:cNvPr>
          <p:cNvSpPr txBox="1"/>
          <p:nvPr/>
        </p:nvSpPr>
        <p:spPr>
          <a:xfrm>
            <a:off x="440670" y="3768212"/>
            <a:ext cx="2183175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/>
              <a:t>DATA FROM</a:t>
            </a:r>
          </a:p>
          <a:p>
            <a:pPr algn="ctr"/>
            <a:r>
              <a:rPr lang="it-IT" b="1" dirty="0"/>
              <a:t>SITUAS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F435CFB-0665-7039-880B-2A09BCDD8A47}"/>
              </a:ext>
            </a:extLst>
          </p:cNvPr>
          <p:cNvSpPr txBox="1"/>
          <p:nvPr/>
        </p:nvSpPr>
        <p:spPr>
          <a:xfrm>
            <a:off x="440670" y="2004039"/>
            <a:ext cx="2183175" cy="646331"/>
          </a:xfrm>
          <a:prstGeom prst="rect">
            <a:avLst/>
          </a:prstGeom>
          <a:solidFill>
            <a:srgbClr val="09124F"/>
          </a:solidFill>
          <a:ln w="254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UNDERSTANDING DATA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2D90119-C09D-8E6C-682D-C5274B4FF3FA}"/>
              </a:ext>
            </a:extLst>
          </p:cNvPr>
          <p:cNvSpPr txBox="1">
            <a:spLocks/>
          </p:cNvSpPr>
          <p:nvPr/>
        </p:nvSpPr>
        <p:spPr>
          <a:xfrm>
            <a:off x="440670" y="2883430"/>
            <a:ext cx="2183175" cy="648000"/>
          </a:xfrm>
          <a:prstGeom prst="rect">
            <a:avLst/>
          </a:prstGeom>
          <a:solidFill>
            <a:srgbClr val="09124F"/>
          </a:solidFill>
          <a:ln w="25400">
            <a:solidFill>
              <a:schemeClr val="bg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DATA CLEANING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1970D-4C51-6992-1A90-80FBAAE6D908}"/>
              </a:ext>
            </a:extLst>
          </p:cNvPr>
          <p:cNvSpPr txBox="1">
            <a:spLocks/>
          </p:cNvSpPr>
          <p:nvPr/>
        </p:nvSpPr>
        <p:spPr>
          <a:xfrm>
            <a:off x="440671" y="4651325"/>
            <a:ext cx="2183175" cy="646331"/>
          </a:xfrm>
          <a:prstGeom prst="rect">
            <a:avLst/>
          </a:prstGeom>
          <a:solidFill>
            <a:srgbClr val="09124F"/>
          </a:solidFill>
          <a:ln w="25400">
            <a:solidFill>
              <a:schemeClr val="bg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JOINING AND FINALIZING DATA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6CE4C3E-428F-5CA8-E572-15AFE2F025A1}"/>
              </a:ext>
            </a:extLst>
          </p:cNvPr>
          <p:cNvSpPr txBox="1"/>
          <p:nvPr/>
        </p:nvSpPr>
        <p:spPr>
          <a:xfrm>
            <a:off x="2763391" y="1262190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requests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module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B170402-0370-F935-815F-093E7A7FCCC3}"/>
              </a:ext>
            </a:extLst>
          </p:cNvPr>
          <p:cNvSpPr txBox="1"/>
          <p:nvPr/>
        </p:nvSpPr>
        <p:spPr>
          <a:xfrm>
            <a:off x="2763391" y="2144263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Analyzed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meaning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importance</a:t>
            </a:r>
            <a:r>
              <a:rPr lang="it-IT" dirty="0">
                <a:solidFill>
                  <a:schemeClr val="bg1"/>
                </a:solidFill>
              </a:rPr>
              <a:t> (or </a:t>
            </a:r>
            <a:r>
              <a:rPr lang="it-IT" dirty="0" err="1">
                <a:solidFill>
                  <a:schemeClr val="bg1"/>
                </a:solidFill>
              </a:rPr>
              <a:t>lack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thereof</a:t>
            </a:r>
            <a:r>
              <a:rPr lang="it-IT" dirty="0">
                <a:solidFill>
                  <a:schemeClr val="bg1"/>
                </a:solidFill>
              </a:rPr>
              <a:t>).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620066F-5B5A-CE9B-4E86-AE12B1A897BD}"/>
              </a:ext>
            </a:extLst>
          </p:cNvPr>
          <p:cNvSpPr txBox="1"/>
          <p:nvPr/>
        </p:nvSpPr>
        <p:spPr>
          <a:xfrm>
            <a:off x="2763391" y="3025678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Selected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only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useful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reordered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them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23B1018-F20E-2F3C-E7A1-ED2CBFC88FDF}"/>
              </a:ext>
            </a:extLst>
          </p:cNvPr>
          <p:cNvSpPr txBox="1"/>
          <p:nvPr/>
        </p:nvSpPr>
        <p:spPr>
          <a:xfrm>
            <a:off x="2763391" y="3906711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integrated</a:t>
            </a:r>
            <a:r>
              <a:rPr lang="it-IT" dirty="0">
                <a:solidFill>
                  <a:schemeClr val="bg1"/>
                </a:solidFill>
              </a:rPr>
              <a:t> download link.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EEEE4E99-9F1C-2BE1-A6BB-EA9FA92B14A0}"/>
              </a:ext>
            </a:extLst>
          </p:cNvPr>
          <p:cNvSpPr txBox="1"/>
          <p:nvPr/>
        </p:nvSpPr>
        <p:spPr>
          <a:xfrm>
            <a:off x="2763392" y="4789824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cleaned</a:t>
            </a:r>
            <a:r>
              <a:rPr lang="it-IT" dirty="0">
                <a:solidFill>
                  <a:schemeClr val="bg1"/>
                </a:solidFill>
              </a:rPr>
              <a:t> data with the 2024 data from SITUAS.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1398722-FACD-C93E-65EE-1A8F466F20DE}"/>
              </a:ext>
            </a:extLst>
          </p:cNvPr>
          <p:cNvSpPr txBox="1">
            <a:spLocks/>
          </p:cNvSpPr>
          <p:nvPr/>
        </p:nvSpPr>
        <p:spPr>
          <a:xfrm>
            <a:off x="440672" y="5530278"/>
            <a:ext cx="2183175" cy="646331"/>
          </a:xfrm>
          <a:prstGeom prst="rect">
            <a:avLst/>
          </a:prstGeom>
          <a:solidFill>
            <a:srgbClr val="09124F"/>
          </a:solidFill>
          <a:ln w="25400">
            <a:solidFill>
              <a:schemeClr val="bg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EXPORTING THE FINAL CSV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0B2DD719-3EDF-14E0-F14F-81A31A06A8CE}"/>
              </a:ext>
            </a:extLst>
          </p:cNvPr>
          <p:cNvSpPr txBox="1"/>
          <p:nvPr/>
        </p:nvSpPr>
        <p:spPr>
          <a:xfrm>
            <a:off x="2763393" y="5668777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Exported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final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dataframe</a:t>
            </a:r>
            <a:r>
              <a:rPr lang="it-IT" dirty="0">
                <a:solidFill>
                  <a:schemeClr val="bg1"/>
                </a:solidFill>
              </a:rPr>
              <a:t> in csv format.</a:t>
            </a:r>
          </a:p>
        </p:txBody>
      </p:sp>
    </p:spTree>
    <p:extLst>
      <p:ext uri="{BB962C8B-B14F-4D97-AF65-F5344CB8AC3E}">
        <p14:creationId xmlns:p14="http://schemas.microsoft.com/office/powerpoint/2010/main" val="3167574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91A53-7AAB-ED79-0875-B51AB2273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C73B0EA-4E2E-A6D6-0DD4-A53EE2E3727F}"/>
              </a:ext>
            </a:extLst>
          </p:cNvPr>
          <p:cNvSpPr/>
          <p:nvPr/>
        </p:nvSpPr>
        <p:spPr>
          <a:xfrm>
            <a:off x="-5816" y="0"/>
            <a:ext cx="12197816" cy="6858000"/>
          </a:xfrm>
          <a:prstGeom prst="rect">
            <a:avLst/>
          </a:prstGeom>
          <a:solidFill>
            <a:srgbClr val="09124F"/>
          </a:solidFill>
          <a:ln>
            <a:solidFill>
              <a:srgbClr val="0912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E1BED1F-A53A-ACA0-0026-D2EB897C60FB}"/>
              </a:ext>
            </a:extLst>
          </p:cNvPr>
          <p:cNvSpPr txBox="1"/>
          <p:nvPr/>
        </p:nvSpPr>
        <p:spPr>
          <a:xfrm>
            <a:off x="0" y="242372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1"/>
                </a:solidFill>
              </a:rPr>
              <a:t>### EXPLORATORY DATA ANALYSIS ###########################################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D1256D2-C944-3EB8-8B8D-F7F2EE485878}"/>
              </a:ext>
            </a:extLst>
          </p:cNvPr>
          <p:cNvSpPr txBox="1"/>
          <p:nvPr/>
        </p:nvSpPr>
        <p:spPr>
          <a:xfrm>
            <a:off x="2763391" y="1262190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requests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module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166BBD9-FFF3-7B1D-3CBF-982607B7BEC7}"/>
              </a:ext>
            </a:extLst>
          </p:cNvPr>
          <p:cNvSpPr txBox="1"/>
          <p:nvPr/>
        </p:nvSpPr>
        <p:spPr>
          <a:xfrm>
            <a:off x="2763391" y="2144263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Analyzed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meaning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importance</a:t>
            </a:r>
            <a:r>
              <a:rPr lang="it-IT" dirty="0">
                <a:solidFill>
                  <a:schemeClr val="bg1"/>
                </a:solidFill>
              </a:rPr>
              <a:t> (or </a:t>
            </a:r>
            <a:r>
              <a:rPr lang="it-IT" dirty="0" err="1">
                <a:solidFill>
                  <a:schemeClr val="bg1"/>
                </a:solidFill>
              </a:rPr>
              <a:t>lack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thereof</a:t>
            </a:r>
            <a:r>
              <a:rPr lang="it-IT" dirty="0">
                <a:solidFill>
                  <a:schemeClr val="bg1"/>
                </a:solidFill>
              </a:rPr>
              <a:t>).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DE7F752-644B-E548-3EBF-CB6B4DA422EC}"/>
              </a:ext>
            </a:extLst>
          </p:cNvPr>
          <p:cNvSpPr txBox="1"/>
          <p:nvPr/>
        </p:nvSpPr>
        <p:spPr>
          <a:xfrm>
            <a:off x="2763391" y="3025678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Selected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only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useful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reordered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them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2622832-1BAE-D22A-B9F6-936B40A93C78}"/>
              </a:ext>
            </a:extLst>
          </p:cNvPr>
          <p:cNvSpPr txBox="1"/>
          <p:nvPr/>
        </p:nvSpPr>
        <p:spPr>
          <a:xfrm>
            <a:off x="2763391" y="3906711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integrated</a:t>
            </a:r>
            <a:r>
              <a:rPr lang="it-IT" dirty="0">
                <a:solidFill>
                  <a:schemeClr val="bg1"/>
                </a:solidFill>
              </a:rPr>
              <a:t> download link.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75BAC8F-CF2F-8F91-BAC6-020CE16050D3}"/>
              </a:ext>
            </a:extLst>
          </p:cNvPr>
          <p:cNvSpPr txBox="1"/>
          <p:nvPr/>
        </p:nvSpPr>
        <p:spPr>
          <a:xfrm>
            <a:off x="2763392" y="4789824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cleaned</a:t>
            </a:r>
            <a:r>
              <a:rPr lang="it-IT" dirty="0">
                <a:solidFill>
                  <a:schemeClr val="bg1"/>
                </a:solidFill>
              </a:rPr>
              <a:t> data with the 2024 data from SITUAS.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2B58C40-F4A4-627C-8711-478BF4DA882C}"/>
              </a:ext>
            </a:extLst>
          </p:cNvPr>
          <p:cNvSpPr txBox="1"/>
          <p:nvPr/>
        </p:nvSpPr>
        <p:spPr>
          <a:xfrm>
            <a:off x="2763393" y="5668777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Exported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final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dataframe</a:t>
            </a:r>
            <a:r>
              <a:rPr lang="it-IT" dirty="0">
                <a:solidFill>
                  <a:schemeClr val="bg1"/>
                </a:solidFill>
              </a:rPr>
              <a:t> in csv format.</a:t>
            </a:r>
          </a:p>
        </p:txBody>
      </p:sp>
    </p:spTree>
    <p:extLst>
      <p:ext uri="{BB962C8B-B14F-4D97-AF65-F5344CB8AC3E}">
        <p14:creationId xmlns:p14="http://schemas.microsoft.com/office/powerpoint/2010/main" val="4123649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C0433-805B-B9A5-D963-2C3D43ED5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8937028-335D-7EA3-0949-FBC905CB44DC}"/>
              </a:ext>
            </a:extLst>
          </p:cNvPr>
          <p:cNvSpPr/>
          <p:nvPr/>
        </p:nvSpPr>
        <p:spPr>
          <a:xfrm>
            <a:off x="-5816" y="0"/>
            <a:ext cx="12197816" cy="6858000"/>
          </a:xfrm>
          <a:prstGeom prst="rect">
            <a:avLst/>
          </a:prstGeom>
          <a:solidFill>
            <a:srgbClr val="09124F"/>
          </a:solidFill>
          <a:ln>
            <a:solidFill>
              <a:srgbClr val="0912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C5E8902-4CBF-160B-B6D9-36EBB66ED0E9}"/>
              </a:ext>
            </a:extLst>
          </p:cNvPr>
          <p:cNvSpPr txBox="1"/>
          <p:nvPr/>
        </p:nvSpPr>
        <p:spPr>
          <a:xfrm>
            <a:off x="0" y="242372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1"/>
                </a:solidFill>
              </a:rPr>
              <a:t>### CLUSTERING &amp; REGRESSION #############################################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34BC953-757A-EB48-C346-6606152D14B9}"/>
              </a:ext>
            </a:extLst>
          </p:cNvPr>
          <p:cNvSpPr txBox="1"/>
          <p:nvPr/>
        </p:nvSpPr>
        <p:spPr>
          <a:xfrm>
            <a:off x="2763391" y="1262190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requests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module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3C2E059-4537-9E40-4DF8-C71C9291ABBA}"/>
              </a:ext>
            </a:extLst>
          </p:cNvPr>
          <p:cNvSpPr txBox="1"/>
          <p:nvPr/>
        </p:nvSpPr>
        <p:spPr>
          <a:xfrm>
            <a:off x="2763391" y="2144263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Analyzed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meaning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importance</a:t>
            </a:r>
            <a:r>
              <a:rPr lang="it-IT" dirty="0">
                <a:solidFill>
                  <a:schemeClr val="bg1"/>
                </a:solidFill>
              </a:rPr>
              <a:t> (or </a:t>
            </a:r>
            <a:r>
              <a:rPr lang="it-IT" dirty="0" err="1">
                <a:solidFill>
                  <a:schemeClr val="bg1"/>
                </a:solidFill>
              </a:rPr>
              <a:t>lack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thereof</a:t>
            </a:r>
            <a:r>
              <a:rPr lang="it-IT" dirty="0">
                <a:solidFill>
                  <a:schemeClr val="bg1"/>
                </a:solidFill>
              </a:rPr>
              <a:t>).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E39E999-9322-4745-02CD-2E3C631B6DE7}"/>
              </a:ext>
            </a:extLst>
          </p:cNvPr>
          <p:cNvSpPr txBox="1"/>
          <p:nvPr/>
        </p:nvSpPr>
        <p:spPr>
          <a:xfrm>
            <a:off x="2763391" y="3025678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Selected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only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useful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reordered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them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93A37C3-4B25-1631-CC6D-A5366E232513}"/>
              </a:ext>
            </a:extLst>
          </p:cNvPr>
          <p:cNvSpPr txBox="1"/>
          <p:nvPr/>
        </p:nvSpPr>
        <p:spPr>
          <a:xfrm>
            <a:off x="2763391" y="3906711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integrated</a:t>
            </a:r>
            <a:r>
              <a:rPr lang="it-IT" dirty="0">
                <a:solidFill>
                  <a:schemeClr val="bg1"/>
                </a:solidFill>
              </a:rPr>
              <a:t> download link.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23650D5-42FC-AF4B-03FC-DB63C20A778E}"/>
              </a:ext>
            </a:extLst>
          </p:cNvPr>
          <p:cNvSpPr txBox="1"/>
          <p:nvPr/>
        </p:nvSpPr>
        <p:spPr>
          <a:xfrm>
            <a:off x="2763392" y="4789824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cleaned</a:t>
            </a:r>
            <a:r>
              <a:rPr lang="it-IT" dirty="0">
                <a:solidFill>
                  <a:schemeClr val="bg1"/>
                </a:solidFill>
              </a:rPr>
              <a:t> data with the 2024 data from SITUAS.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C52CAAF4-6C25-4039-8BEB-E37A643A2A62}"/>
              </a:ext>
            </a:extLst>
          </p:cNvPr>
          <p:cNvSpPr txBox="1"/>
          <p:nvPr/>
        </p:nvSpPr>
        <p:spPr>
          <a:xfrm>
            <a:off x="2763393" y="5668777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Exported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final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dataframe</a:t>
            </a:r>
            <a:r>
              <a:rPr lang="it-IT" dirty="0">
                <a:solidFill>
                  <a:schemeClr val="bg1"/>
                </a:solidFill>
              </a:rPr>
              <a:t> in csv format.</a:t>
            </a:r>
          </a:p>
        </p:txBody>
      </p:sp>
    </p:spTree>
    <p:extLst>
      <p:ext uri="{BB962C8B-B14F-4D97-AF65-F5344CB8AC3E}">
        <p14:creationId xmlns:p14="http://schemas.microsoft.com/office/powerpoint/2010/main" val="368268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F8F5F-A6E7-9778-B82B-D2AED19E4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F0C67A-B908-D4A5-4829-1E18BF4FCF89}"/>
              </a:ext>
            </a:extLst>
          </p:cNvPr>
          <p:cNvSpPr/>
          <p:nvPr/>
        </p:nvSpPr>
        <p:spPr>
          <a:xfrm>
            <a:off x="-5816" y="0"/>
            <a:ext cx="12197816" cy="6858000"/>
          </a:xfrm>
          <a:prstGeom prst="rect">
            <a:avLst/>
          </a:prstGeom>
          <a:solidFill>
            <a:srgbClr val="09124F"/>
          </a:solidFill>
          <a:ln>
            <a:solidFill>
              <a:srgbClr val="0912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936B12F-A34E-3ED4-83AC-2373E20B6F09}"/>
              </a:ext>
            </a:extLst>
          </p:cNvPr>
          <p:cNvSpPr txBox="1"/>
          <p:nvPr/>
        </p:nvSpPr>
        <p:spPr>
          <a:xfrm>
            <a:off x="0" y="242372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1"/>
                </a:solidFill>
              </a:rPr>
              <a:t>### POWER BI STORYTELLING ###############################################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4D7B5A6-F819-98BA-E78E-85357035F0D0}"/>
              </a:ext>
            </a:extLst>
          </p:cNvPr>
          <p:cNvSpPr txBox="1"/>
          <p:nvPr/>
        </p:nvSpPr>
        <p:spPr>
          <a:xfrm>
            <a:off x="2763391" y="1262190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requests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module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3DAA72A-90A5-6BF6-A1E5-64B3CB2D0AEA}"/>
              </a:ext>
            </a:extLst>
          </p:cNvPr>
          <p:cNvSpPr txBox="1"/>
          <p:nvPr/>
        </p:nvSpPr>
        <p:spPr>
          <a:xfrm>
            <a:off x="2763391" y="2144263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Analyzed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meaning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their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importance</a:t>
            </a:r>
            <a:r>
              <a:rPr lang="it-IT" dirty="0">
                <a:solidFill>
                  <a:schemeClr val="bg1"/>
                </a:solidFill>
              </a:rPr>
              <a:t> (or </a:t>
            </a:r>
            <a:r>
              <a:rPr lang="it-IT" dirty="0" err="1">
                <a:solidFill>
                  <a:schemeClr val="bg1"/>
                </a:solidFill>
              </a:rPr>
              <a:t>lack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thereof</a:t>
            </a:r>
            <a:r>
              <a:rPr lang="it-IT" dirty="0">
                <a:solidFill>
                  <a:schemeClr val="bg1"/>
                </a:solidFill>
              </a:rPr>
              <a:t>).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EDE6AF0-97BB-B645-FEE5-911D48442E9A}"/>
              </a:ext>
            </a:extLst>
          </p:cNvPr>
          <p:cNvSpPr txBox="1"/>
          <p:nvPr/>
        </p:nvSpPr>
        <p:spPr>
          <a:xfrm>
            <a:off x="2763391" y="3025678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Selected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only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useful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columns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reordered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them</a:t>
            </a:r>
            <a:r>
              <a:rPr lang="it-IT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0CBF9E6-B26F-6984-D234-25936F351F89}"/>
              </a:ext>
            </a:extLst>
          </p:cNvPr>
          <p:cNvSpPr txBox="1"/>
          <p:nvPr/>
        </p:nvSpPr>
        <p:spPr>
          <a:xfrm>
            <a:off x="2763391" y="3906711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Downloaded</a:t>
            </a:r>
            <a:r>
              <a:rPr lang="it-IT" dirty="0">
                <a:solidFill>
                  <a:schemeClr val="bg1"/>
                </a:solidFill>
              </a:rPr>
              <a:t> data from the source via the </a:t>
            </a:r>
            <a:r>
              <a:rPr lang="it-IT" dirty="0" err="1">
                <a:solidFill>
                  <a:schemeClr val="bg1"/>
                </a:solidFill>
              </a:rPr>
              <a:t>integrated</a:t>
            </a:r>
            <a:r>
              <a:rPr lang="it-IT" dirty="0">
                <a:solidFill>
                  <a:schemeClr val="bg1"/>
                </a:solidFill>
              </a:rPr>
              <a:t> download link.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E4A3D20-EB97-4E4E-E3D1-1B6C2A98FB84}"/>
              </a:ext>
            </a:extLst>
          </p:cNvPr>
          <p:cNvSpPr txBox="1"/>
          <p:nvPr/>
        </p:nvSpPr>
        <p:spPr>
          <a:xfrm>
            <a:off x="2763392" y="4789824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Merged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cleaned</a:t>
            </a:r>
            <a:r>
              <a:rPr lang="it-IT" dirty="0">
                <a:solidFill>
                  <a:schemeClr val="bg1"/>
                </a:solidFill>
              </a:rPr>
              <a:t> data with the 2024 data from SITUAS.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C9AEE22-C311-E7C1-1D94-63B1BD1955D2}"/>
              </a:ext>
            </a:extLst>
          </p:cNvPr>
          <p:cNvSpPr txBox="1"/>
          <p:nvPr/>
        </p:nvSpPr>
        <p:spPr>
          <a:xfrm>
            <a:off x="2763393" y="5668777"/>
            <a:ext cx="9189905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it-IT" dirty="0" err="1">
                <a:solidFill>
                  <a:schemeClr val="bg1"/>
                </a:solidFill>
              </a:rPr>
              <a:t>Exported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final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dataframe</a:t>
            </a:r>
            <a:r>
              <a:rPr lang="it-IT" dirty="0">
                <a:solidFill>
                  <a:schemeClr val="bg1"/>
                </a:solidFill>
              </a:rPr>
              <a:t> in csv format.</a:t>
            </a:r>
          </a:p>
        </p:txBody>
      </p:sp>
    </p:spTree>
    <p:extLst>
      <p:ext uri="{BB962C8B-B14F-4D97-AF65-F5344CB8AC3E}">
        <p14:creationId xmlns:p14="http://schemas.microsoft.com/office/powerpoint/2010/main" val="9141263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301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di Office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Mauro Fragale</dc:creator>
  <cp:lastModifiedBy>Mauro Fragale</cp:lastModifiedBy>
  <cp:revision>2</cp:revision>
  <dcterms:created xsi:type="dcterms:W3CDTF">2026-10-16T14:37:43Z</dcterms:created>
  <dcterms:modified xsi:type="dcterms:W3CDTF">2026-10-17T09:39:58Z</dcterms:modified>
</cp:coreProperties>
</file>